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2" r:id="rId3"/>
    <p:sldId id="262" r:id="rId4"/>
    <p:sldId id="266" r:id="rId5"/>
    <p:sldId id="257" r:id="rId6"/>
    <p:sldId id="267" r:id="rId7"/>
    <p:sldId id="258" r:id="rId8"/>
    <p:sldId id="260" r:id="rId9"/>
    <p:sldId id="265" r:id="rId10"/>
    <p:sldId id="268" r:id="rId11"/>
    <p:sldId id="264" r:id="rId12"/>
    <p:sldId id="269" r:id="rId13"/>
    <p:sldId id="270" r:id="rId14"/>
    <p:sldId id="261" r:id="rId15"/>
    <p:sldId id="271" r:id="rId16"/>
  </p:sldIdLst>
  <p:sldSz cx="12192000" cy="6858000"/>
  <p:notesSz cx="6858000" cy="9144000"/>
  <p:embeddedFontLst>
    <p:embeddedFont>
      <p:font typeface="Algerian" panose="04020705040A02060702" pitchFamily="82" charset="0"/>
      <p:regular r:id="rId17"/>
    </p:embeddedFont>
    <p:embeddedFont>
      <p:font typeface="Aptos Black" panose="020B0004020202020204" pitchFamily="34" charset="0"/>
      <p:bold r:id="rId18"/>
      <p:boldItalic r:id="rId19"/>
    </p:embeddedFont>
    <p:embeddedFont>
      <p:font typeface="Nirmala UI" panose="020B0502040204020203" pitchFamily="34" charset="0"/>
      <p:regular r:id="rId20"/>
      <p:bold r:id="rId21"/>
    </p:embeddedFont>
    <p:embeddedFont>
      <p:font typeface="方正舒体" panose="02010601030101010101" pitchFamily="2" charset="-122"/>
      <p:regular r:id="rId22"/>
    </p:embeddedFont>
    <p:embeddedFont>
      <p:font typeface="华文新魏" panose="02010800040101010101" pitchFamily="2" charset="-122"/>
      <p:regular r:id="rId23"/>
    </p:embeddedFont>
    <p:embeddedFont>
      <p:font typeface="华文行楷" panose="02010800040101010101" pitchFamily="2" charset="-122"/>
      <p:regular r:id="rId24"/>
    </p:embeddedFont>
    <p:embeddedFont>
      <p:font typeface="微软雅黑" panose="020B0503020204020204" pitchFamily="34" charset="-122"/>
      <p:regular r:id="rId25"/>
      <p:bold r:id="rId26"/>
    </p:embeddedFont>
  </p:embeddedFontLst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E2B0"/>
    <a:srgbClr val="3D2D1F"/>
    <a:srgbClr val="F1D39D"/>
    <a:srgbClr val="E9A193"/>
    <a:srgbClr val="B6D1A3"/>
    <a:srgbClr val="F8F2CE"/>
    <a:srgbClr val="F6E8A0"/>
    <a:srgbClr val="FDE29F"/>
    <a:srgbClr val="B7EDD6"/>
    <a:srgbClr val="F0E3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2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image" Target="../media/image7.GIF"/><Relationship Id="rId3" Type="http://schemas.openxmlformats.org/officeDocument/2006/relationships/tags" Target="../tags/tag4.xml"/><Relationship Id="rId21" Type="http://schemas.openxmlformats.org/officeDocument/2006/relationships/image" Target="../media/image10.GIF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image" Target="../media/image6.png"/><Relationship Id="rId2" Type="http://schemas.openxmlformats.org/officeDocument/2006/relationships/tags" Target="../tags/tag3.xml"/><Relationship Id="rId16" Type="http://schemas.openxmlformats.org/officeDocument/2006/relationships/image" Target="../media/image5.png"/><Relationship Id="rId20" Type="http://schemas.openxmlformats.org/officeDocument/2006/relationships/image" Target="../media/image9.GIF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image" Target="../media/image4.png"/><Relationship Id="rId10" Type="http://schemas.openxmlformats.org/officeDocument/2006/relationships/tags" Target="../tags/tag11.xml"/><Relationship Id="rId19" Type="http://schemas.openxmlformats.org/officeDocument/2006/relationships/image" Target="../media/image8.GIF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9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jpeg"/><Relationship Id="rId3" Type="http://schemas.openxmlformats.org/officeDocument/2006/relationships/tags" Target="../tags/tag17.xml"/><Relationship Id="rId7" Type="http://schemas.openxmlformats.org/officeDocument/2006/relationships/image" Target="../media/image26.GIF"/><Relationship Id="rId12" Type="http://schemas.openxmlformats.org/officeDocument/2006/relationships/image" Target="../media/image31.jpe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4.png"/><Relationship Id="rId11" Type="http://schemas.openxmlformats.org/officeDocument/2006/relationships/image" Target="../media/image30.jpeg"/><Relationship Id="rId5" Type="http://schemas.openxmlformats.org/officeDocument/2006/relationships/slideLayout" Target="../slideLayouts/slideLayout2.xml"/><Relationship Id="rId15" Type="http://schemas.openxmlformats.org/officeDocument/2006/relationships/image" Target="../media/image34.png"/><Relationship Id="rId10" Type="http://schemas.openxmlformats.org/officeDocument/2006/relationships/image" Target="../media/image29.jpeg"/><Relationship Id="rId4" Type="http://schemas.openxmlformats.org/officeDocument/2006/relationships/tags" Target="../tags/tag18.xml"/><Relationship Id="rId9" Type="http://schemas.openxmlformats.org/officeDocument/2006/relationships/image" Target="../media/image28.png"/><Relationship Id="rId14" Type="http://schemas.openxmlformats.org/officeDocument/2006/relationships/image" Target="../media/image3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image" Target="../media/image35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2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tags" Target="../tags/tag31.xml"/><Relationship Id="rId7" Type="http://schemas.openxmlformats.org/officeDocument/2006/relationships/image" Target="../media/image4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3.xml"/><Relationship Id="rId10" Type="http://schemas.openxmlformats.org/officeDocument/2006/relationships/image" Target="../media/image8.GIF"/><Relationship Id="rId4" Type="http://schemas.openxmlformats.org/officeDocument/2006/relationships/tags" Target="../tags/tag32.xml"/><Relationship Id="rId9" Type="http://schemas.microsoft.com/office/2007/relationships/hdphoto" Target="../media/hdphoto3.wdp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microsoft.com/office/2007/relationships/hdphoto" Target="../media/hdphoto3.wdp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/>
        </p:nvGrpSpPr>
        <p:grpSpPr>
          <a:xfrm>
            <a:off x="0" y="0"/>
            <a:ext cx="12192001" cy="6858001"/>
            <a:chOff x="0" y="0"/>
            <a:chExt cx="12192001" cy="6858001"/>
          </a:xfrm>
        </p:grpSpPr>
        <p:sp>
          <p:nvSpPr>
            <p:cNvPr id="6" name="矩形 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DE2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 descr="卡通人物&#10;&#10;描述已自动生成"/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0396" b="1429"/>
            <a:stretch>
              <a:fillRect/>
            </a:stretch>
          </p:blipFill>
          <p:spPr>
            <a:xfrm>
              <a:off x="3824515" y="125221"/>
              <a:ext cx="8367486" cy="6732780"/>
            </a:xfrm>
            <a:prstGeom prst="rect">
              <a:avLst/>
            </a:prstGeom>
          </p:spPr>
        </p:pic>
      </p:grpSp>
      <p:sp>
        <p:nvSpPr>
          <p:cNvPr id="3" name="文本框 2"/>
          <p:cNvSpPr txBox="1"/>
          <p:nvPr/>
        </p:nvSpPr>
        <p:spPr>
          <a:xfrm>
            <a:off x="635" y="125095"/>
            <a:ext cx="8321040" cy="6578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96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华文行楷" panose="02010800040101010101" charset="-122"/>
                <a:ea typeface="华文行楷" panose="02010800040101010101" charset="-122"/>
              </a:rPr>
              <a:t>  </a:t>
            </a:r>
            <a:r>
              <a:rPr lang="zh-CN" altLang="en-US" sz="96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华文行楷" panose="02010800040101010101" charset="-122"/>
                <a:ea typeface="华文行楷" panose="02010800040101010101" charset="-122"/>
              </a:rPr>
              <a:t>青年发展中心</a:t>
            </a:r>
            <a:r>
              <a:rPr lang="en-US" altLang="zh-CN" sz="9600" dirty="0">
                <a:latin typeface="华文行楷" panose="02010800040101010101" charset="-122"/>
                <a:ea typeface="华文行楷" panose="02010800040101010101" charset="-122"/>
              </a:rPr>
              <a:t> </a:t>
            </a:r>
            <a:endParaRPr lang="en-US" altLang="zh-CN" sz="8800" b="1" dirty="0">
              <a:solidFill>
                <a:schemeClr val="tx1"/>
              </a:solidFill>
              <a:latin typeface="华文行楷" panose="02010800040101010101" charset="-122"/>
              <a:ea typeface="华文行楷" panose="02010800040101010101" charset="-122"/>
            </a:endParaRPr>
          </a:p>
          <a:p>
            <a:r>
              <a:rPr lang="en-US" altLang="zh-CN" sz="8800" b="1" dirty="0">
                <a:solidFill>
                  <a:schemeClr val="tx1"/>
                </a:solidFill>
                <a:latin typeface="华文行楷" panose="02010800040101010101" charset="-122"/>
                <a:ea typeface="华文行楷" panose="02010800040101010101" charset="-122"/>
              </a:rPr>
              <a:t>   </a:t>
            </a:r>
            <a:r>
              <a:rPr lang="zh-CN" altLang="en-US" sz="96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华文行楷" panose="02010800040101010101" charset="-122"/>
                <a:ea typeface="华文行楷" panose="02010800040101010101" charset="-122"/>
                <a:sym typeface="+mn-ea"/>
              </a:rPr>
              <a:t>实践部</a:t>
            </a:r>
            <a:endParaRPr lang="zh-CN" altLang="en-US" sz="11500" b="1" dirty="0">
              <a:solidFill>
                <a:schemeClr val="tx1"/>
              </a:solidFill>
              <a:latin typeface="华文行楷" panose="02010800040101010101" charset="-122"/>
              <a:ea typeface="华文行楷" panose="02010800040101010101" charset="-122"/>
            </a:endParaRPr>
          </a:p>
          <a:p>
            <a:r>
              <a:rPr lang="en-US" altLang="zh-CN" sz="8800" b="1" dirty="0">
                <a:solidFill>
                  <a:schemeClr val="tx1"/>
                </a:solidFill>
                <a:latin typeface="华文行楷" panose="02010800040101010101" charset="-122"/>
                <a:ea typeface="华文行楷" panose="02010800040101010101" charset="-122"/>
              </a:rPr>
              <a:t> </a:t>
            </a:r>
          </a:p>
          <a:p>
            <a:r>
              <a:rPr lang="en-US" altLang="zh-CN" sz="8800" b="1" dirty="0">
                <a:solidFill>
                  <a:schemeClr val="tx1"/>
                </a:solidFill>
                <a:latin typeface="华文行楷" panose="02010800040101010101" charset="-122"/>
                <a:ea typeface="华文行楷" panose="02010800040101010101" charset="-122"/>
              </a:rPr>
              <a:t>   </a:t>
            </a:r>
            <a:r>
              <a:rPr lang="zh-CN" altLang="en-US" sz="88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华文行楷" panose="02010800040101010101" charset="-122"/>
                <a:ea typeface="华文行楷" panose="02010800040101010101" charset="-122"/>
              </a:rPr>
              <a:t>纳新啦！！！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0325" y="0"/>
            <a:ext cx="1971675" cy="1969135"/>
          </a:xfrm>
          <a:prstGeom prst="ellipse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107B5A7-A538-043B-FBE1-C4B8C268C933}"/>
              </a:ext>
            </a:extLst>
          </p:cNvPr>
          <p:cNvSpPr txBox="1"/>
          <p:nvPr/>
        </p:nvSpPr>
        <p:spPr>
          <a:xfrm>
            <a:off x="6210609" y="5888504"/>
            <a:ext cx="49955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宣讲人</a:t>
            </a:r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3600" dirty="0">
                <a:latin typeface="华文行楷" panose="02010800040101010101" pitchFamily="2" charset="-122"/>
                <a:ea typeface="华文行楷" panose="02010800040101010101" pitchFamily="2" charset="-122"/>
              </a:rPr>
              <a:t>陈吉林  瞿寒红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E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-6422469" y="147990"/>
            <a:ext cx="5684728" cy="2320727"/>
            <a:chOff x="-7174813" y="-988118"/>
            <a:chExt cx="5684728" cy="2320727"/>
          </a:xfrm>
        </p:grpSpPr>
        <p:sp>
          <p:nvSpPr>
            <p:cNvPr id="17" name="@稿定PPT实验室 出品-13-2"/>
            <p:cNvSpPr txBox="1"/>
            <p:nvPr/>
          </p:nvSpPr>
          <p:spPr>
            <a:xfrm>
              <a:off x="-7091999" y="596477"/>
              <a:ext cx="5055588" cy="7361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 anchor="t" anchorCtr="0">
              <a:noAutofit/>
            </a:bodyPr>
            <a:lstStyle>
              <a:defPPr>
                <a:defRPr lang="zh-CN"/>
              </a:defPPr>
              <a:lvl1pPr>
                <a:lnSpc>
                  <a:spcPct val="130000"/>
                </a:lnSpc>
                <a:buSzPct val="25000"/>
                <a:defRPr sz="9600" b="1">
                  <a:gradFill>
                    <a:gsLst>
                      <a:gs pos="80000">
                        <a:schemeClr val="accent1">
                          <a:lumMod val="50000"/>
                          <a:alpha val="0"/>
                        </a:schemeClr>
                      </a:gs>
                      <a:gs pos="18000">
                        <a:schemeClr val="accent1">
                          <a:lumMod val="50000"/>
                        </a:schemeClr>
                      </a:gs>
                    </a:gsLst>
                    <a:lin ang="5400000" scaled="0"/>
                  </a:gradFill>
                  <a:latin typeface="+mj-lt"/>
                </a:defRPr>
              </a:lvl1pPr>
            </a:lstStyle>
            <a:p>
              <a:pPr marR="0" lvl="0" indent="0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lang="zh-CN" altLang="en-US" sz="4800" b="0" dirty="0">
                  <a:solidFill>
                    <a:srgbClr val="3D2D1F"/>
                  </a:solidFill>
                  <a:latin typeface="华康海报体W12(P)" panose="040B0C00000000000000" pitchFamily="82" charset="-122"/>
                  <a:ea typeface="华康海报体W12(P)" panose="040B0C00000000000000" pitchFamily="82" charset="-122"/>
                </a:rPr>
                <a:t>呜噜噜噜噜噜</a:t>
              </a:r>
              <a:r>
                <a:rPr lang="en-US" altLang="zh-CN" sz="4800" b="0" dirty="0">
                  <a:solidFill>
                    <a:srgbClr val="3D2D1F"/>
                  </a:solidFill>
                  <a:latin typeface="华康海报体W12(P)" panose="040B0C00000000000000" pitchFamily="82" charset="-122"/>
                  <a:ea typeface="华康海报体W12(P)" panose="040B0C00000000000000" pitchFamily="82" charset="-122"/>
                </a:rPr>
                <a:t>~</a:t>
              </a: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-7174813" y="-988118"/>
              <a:ext cx="5684728" cy="1538321"/>
              <a:chOff x="503209" y="1242967"/>
              <a:chExt cx="5684728" cy="1538321"/>
            </a:xfrm>
          </p:grpSpPr>
          <p:sp>
            <p:nvSpPr>
              <p:cNvPr id="21" name="@稿定PPT实验室 出品-13-2"/>
              <p:cNvSpPr txBox="1"/>
              <p:nvPr/>
            </p:nvSpPr>
            <p:spPr>
              <a:xfrm rot="20854262">
                <a:off x="503209" y="1419598"/>
                <a:ext cx="1585941" cy="130647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lIns="0" tIns="0" rIns="0" bIns="0" anchor="t" anchorCtr="0">
                <a:no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buSzPct val="25000"/>
                  <a:defRPr sz="9600" b="1">
                    <a:gradFill>
                      <a:gsLst>
                        <a:gs pos="80000">
                          <a:schemeClr val="accent1">
                            <a:lumMod val="50000"/>
                            <a:alpha val="0"/>
                          </a:schemeClr>
                        </a:gs>
                        <a:gs pos="18000">
                          <a:schemeClr val="accent1">
                            <a:lumMod val="50000"/>
                          </a:schemeClr>
                        </a:gs>
                      </a:gsLst>
                      <a:lin ang="5400000" scaled="0"/>
                    </a:gradFill>
                    <a:latin typeface="+mj-lt"/>
                  </a:defRPr>
                </a:lvl1pPr>
              </a:lstStyle>
              <a:p>
                <a:pPr marR="0" lvl="0" indent="0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zh-CN" altLang="en-US" b="0" dirty="0">
                    <a:solidFill>
                      <a:srgbClr val="3D2D1F"/>
                    </a:solidFill>
                    <a:latin typeface="华康海报体W12(P)" panose="040B0C00000000000000" pitchFamily="82" charset="-122"/>
                    <a:ea typeface="华康海报体W12(P)" panose="040B0C00000000000000" pitchFamily="82" charset="-122"/>
                  </a:rPr>
                  <a:t>咿</a:t>
                </a:r>
                <a:endParaRPr lang="en-US" altLang="zh-CN" sz="6600" b="0" dirty="0">
                  <a:solidFill>
                    <a:srgbClr val="3D2D1F"/>
                  </a:solidFill>
                  <a:latin typeface="华康海报体W12(P)" panose="040B0C00000000000000" pitchFamily="82" charset="-122"/>
                  <a:ea typeface="华康海报体W12(P)" panose="040B0C00000000000000" pitchFamily="82" charset="-122"/>
                </a:endParaRPr>
              </a:p>
            </p:txBody>
          </p:sp>
          <p:sp>
            <p:nvSpPr>
              <p:cNvPr id="23" name="@稿定PPT实验室 出品-13-2"/>
              <p:cNvSpPr txBox="1"/>
              <p:nvPr/>
            </p:nvSpPr>
            <p:spPr>
              <a:xfrm>
                <a:off x="1380886" y="1660147"/>
                <a:ext cx="2036791" cy="97518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lIns="0" tIns="0" rIns="0" bIns="0" anchor="t" anchorCtr="0">
                <a:no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buSzPct val="25000"/>
                  <a:defRPr sz="9600" b="1">
                    <a:gradFill>
                      <a:gsLst>
                        <a:gs pos="80000">
                          <a:schemeClr val="accent1">
                            <a:lumMod val="50000"/>
                            <a:alpha val="0"/>
                          </a:schemeClr>
                        </a:gs>
                        <a:gs pos="18000">
                          <a:schemeClr val="accent1">
                            <a:lumMod val="50000"/>
                          </a:schemeClr>
                        </a:gs>
                      </a:gsLst>
                      <a:lin ang="5400000" scaled="0"/>
                    </a:gradFill>
                    <a:latin typeface="+mj-lt"/>
                  </a:defRPr>
                </a:lvl1pPr>
              </a:lstStyle>
              <a:p>
                <a:pPr marR="0" lvl="0" indent="0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zh-CN" altLang="en-US" sz="8000" b="0" dirty="0">
                    <a:solidFill>
                      <a:srgbClr val="3D2D1F"/>
                    </a:solidFill>
                    <a:latin typeface="华康海报体W12(P)" panose="040B0C00000000000000" pitchFamily="82" charset="-122"/>
                    <a:ea typeface="华康海报体W12(P)" panose="040B0C00000000000000" pitchFamily="82" charset="-122"/>
                  </a:rPr>
                  <a:t>！</a:t>
                </a:r>
                <a:endParaRPr lang="en-US" altLang="zh-CN" sz="5400" b="0" dirty="0">
                  <a:solidFill>
                    <a:srgbClr val="3D2D1F"/>
                  </a:solidFill>
                  <a:latin typeface="华康海报体W12(P)" panose="040B0C00000000000000" pitchFamily="82" charset="-122"/>
                  <a:ea typeface="华康海报体W12(P)" panose="040B0C00000000000000" pitchFamily="82" charset="-122"/>
                </a:endParaRPr>
              </a:p>
            </p:txBody>
          </p:sp>
          <p:sp>
            <p:nvSpPr>
              <p:cNvPr id="26" name="@稿定PPT实验室 出品-13-2"/>
              <p:cNvSpPr txBox="1"/>
              <p:nvPr/>
            </p:nvSpPr>
            <p:spPr>
              <a:xfrm>
                <a:off x="2196117" y="1242967"/>
                <a:ext cx="1585941" cy="130647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lIns="0" tIns="0" rIns="0" bIns="0" anchor="t" anchorCtr="0">
                <a:no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buSzPct val="25000"/>
                  <a:defRPr sz="9600" b="1">
                    <a:gradFill>
                      <a:gsLst>
                        <a:gs pos="80000">
                          <a:schemeClr val="accent1">
                            <a:lumMod val="50000"/>
                            <a:alpha val="0"/>
                          </a:schemeClr>
                        </a:gs>
                        <a:gs pos="18000">
                          <a:schemeClr val="accent1">
                            <a:lumMod val="50000"/>
                          </a:schemeClr>
                        </a:gs>
                      </a:gsLst>
                      <a:lin ang="5400000" scaled="0"/>
                    </a:gradFill>
                    <a:latin typeface="+mj-lt"/>
                  </a:defRPr>
                </a:lvl1pPr>
              </a:lstStyle>
              <a:p>
                <a:pPr marR="0" lvl="0" indent="0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zh-CN" altLang="en-US" sz="11500" b="0" dirty="0">
                    <a:solidFill>
                      <a:srgbClr val="3D2D1F"/>
                    </a:solidFill>
                    <a:latin typeface="华康海报体W12(P)" panose="040B0C00000000000000" pitchFamily="82" charset="-122"/>
                    <a:ea typeface="华康海报体W12(P)" panose="040B0C00000000000000" pitchFamily="82" charset="-122"/>
                  </a:rPr>
                  <a:t>呀</a:t>
                </a:r>
                <a:endParaRPr lang="en-US" altLang="zh-CN" sz="7200" b="0" dirty="0">
                  <a:solidFill>
                    <a:srgbClr val="3D2D1F"/>
                  </a:solidFill>
                  <a:latin typeface="华康海报体W12(P)" panose="040B0C00000000000000" pitchFamily="82" charset="-122"/>
                  <a:ea typeface="华康海报体W12(P)" panose="040B0C00000000000000" pitchFamily="82" charset="-122"/>
                </a:endParaRPr>
              </a:p>
            </p:txBody>
          </p:sp>
          <p:sp>
            <p:nvSpPr>
              <p:cNvPr id="27" name="@稿定PPT实验室 出品-13-2"/>
              <p:cNvSpPr txBox="1"/>
              <p:nvPr/>
            </p:nvSpPr>
            <p:spPr>
              <a:xfrm>
                <a:off x="3444706" y="1643813"/>
                <a:ext cx="1018396" cy="97518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lIns="0" tIns="0" rIns="0" bIns="0" anchor="t" anchorCtr="0">
                <a:no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buSzPct val="25000"/>
                  <a:defRPr sz="9600" b="1">
                    <a:gradFill>
                      <a:gsLst>
                        <a:gs pos="80000">
                          <a:schemeClr val="accent1">
                            <a:lumMod val="50000"/>
                            <a:alpha val="0"/>
                          </a:schemeClr>
                        </a:gs>
                        <a:gs pos="18000">
                          <a:schemeClr val="accent1">
                            <a:lumMod val="50000"/>
                          </a:schemeClr>
                        </a:gs>
                      </a:gsLst>
                      <a:lin ang="5400000" scaled="0"/>
                    </a:gradFill>
                    <a:latin typeface="+mj-lt"/>
                  </a:defRPr>
                </a:lvl1pPr>
              </a:lstStyle>
              <a:p>
                <a:pPr marR="0" lvl="0" indent="0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zh-CN" altLang="en-US" sz="8000" b="0" dirty="0">
                    <a:solidFill>
                      <a:srgbClr val="3D2D1F"/>
                    </a:solidFill>
                    <a:latin typeface="华康海报体W12(P)" panose="040B0C00000000000000" pitchFamily="82" charset="-122"/>
                    <a:ea typeface="华康海报体W12(P)" panose="040B0C00000000000000" pitchFamily="82" charset="-122"/>
                  </a:rPr>
                  <a:t>！</a:t>
                </a:r>
                <a:endParaRPr lang="en-US" altLang="zh-CN" sz="5400" b="0" dirty="0">
                  <a:solidFill>
                    <a:srgbClr val="3D2D1F"/>
                  </a:solidFill>
                  <a:latin typeface="华康海报体W12(P)" panose="040B0C00000000000000" pitchFamily="82" charset="-122"/>
                  <a:ea typeface="华康海报体W12(P)" panose="040B0C00000000000000" pitchFamily="82" charset="-122"/>
                </a:endParaRPr>
              </a:p>
            </p:txBody>
          </p:sp>
          <p:sp>
            <p:nvSpPr>
              <p:cNvPr id="28" name="@稿定PPT实验室 出品-13-2"/>
              <p:cNvSpPr txBox="1"/>
              <p:nvPr/>
            </p:nvSpPr>
            <p:spPr>
              <a:xfrm rot="637372">
                <a:off x="4190308" y="1474817"/>
                <a:ext cx="1585941" cy="130647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lIns="0" tIns="0" rIns="0" bIns="0" anchor="t" anchorCtr="0">
                <a:no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buSzPct val="25000"/>
                  <a:defRPr sz="9600" b="1">
                    <a:gradFill>
                      <a:gsLst>
                        <a:gs pos="80000">
                          <a:schemeClr val="accent1">
                            <a:lumMod val="50000"/>
                            <a:alpha val="0"/>
                          </a:schemeClr>
                        </a:gs>
                        <a:gs pos="18000">
                          <a:schemeClr val="accent1">
                            <a:lumMod val="50000"/>
                          </a:schemeClr>
                        </a:gs>
                      </a:gsLst>
                      <a:lin ang="5400000" scaled="0"/>
                    </a:gradFill>
                    <a:latin typeface="+mj-lt"/>
                  </a:defRPr>
                </a:lvl1pPr>
              </a:lstStyle>
              <a:p>
                <a:pPr marR="0" lvl="0" indent="0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zh-CN" altLang="en-US" b="0" dirty="0">
                    <a:solidFill>
                      <a:srgbClr val="3D2D1F"/>
                    </a:solidFill>
                    <a:latin typeface="华康海报体W12(P)" panose="040B0C00000000000000" pitchFamily="82" charset="-122"/>
                    <a:ea typeface="华康海报体W12(P)" panose="040B0C00000000000000" pitchFamily="82" charset="-122"/>
                  </a:rPr>
                  <a:t>哈</a:t>
                </a:r>
                <a:endParaRPr lang="en-US" altLang="zh-CN" sz="6600" b="0" dirty="0">
                  <a:solidFill>
                    <a:srgbClr val="3D2D1F"/>
                  </a:solidFill>
                  <a:latin typeface="华康海报体W12(P)" panose="040B0C00000000000000" pitchFamily="82" charset="-122"/>
                  <a:ea typeface="华康海报体W12(P)" panose="040B0C00000000000000" pitchFamily="82" charset="-122"/>
                </a:endParaRPr>
              </a:p>
            </p:txBody>
          </p:sp>
          <p:sp>
            <p:nvSpPr>
              <p:cNvPr id="29" name="@稿定PPT实验室 出品-13-2"/>
              <p:cNvSpPr txBox="1"/>
              <p:nvPr/>
            </p:nvSpPr>
            <p:spPr>
              <a:xfrm rot="655308">
                <a:off x="5169541" y="1742562"/>
                <a:ext cx="1018396" cy="97518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lIns="0" tIns="0" rIns="0" bIns="0" anchor="t" anchorCtr="0">
                <a:noAutofit/>
              </a:bodyPr>
              <a:lstStyle>
                <a:defPPr>
                  <a:defRPr lang="zh-CN"/>
                </a:defPPr>
                <a:lvl1pPr>
                  <a:lnSpc>
                    <a:spcPct val="130000"/>
                  </a:lnSpc>
                  <a:buSzPct val="25000"/>
                  <a:defRPr sz="9600" b="1">
                    <a:gradFill>
                      <a:gsLst>
                        <a:gs pos="80000">
                          <a:schemeClr val="accent1">
                            <a:lumMod val="50000"/>
                            <a:alpha val="0"/>
                          </a:schemeClr>
                        </a:gs>
                        <a:gs pos="18000">
                          <a:schemeClr val="accent1">
                            <a:lumMod val="50000"/>
                          </a:schemeClr>
                        </a:gs>
                      </a:gsLst>
                      <a:lin ang="5400000" scaled="0"/>
                    </a:gradFill>
                    <a:latin typeface="+mj-lt"/>
                  </a:defRPr>
                </a:lvl1pPr>
              </a:lstStyle>
              <a:p>
                <a:pPr marR="0" lvl="0" indent="0" fontAlgn="auto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zh-CN" altLang="en-US" sz="8000" b="0" dirty="0">
                    <a:solidFill>
                      <a:srgbClr val="3D2D1F"/>
                    </a:solidFill>
                    <a:latin typeface="华康海报体W12(P)" panose="040B0C00000000000000" pitchFamily="82" charset="-122"/>
                    <a:ea typeface="华康海报体W12(P)" panose="040B0C00000000000000" pitchFamily="82" charset="-122"/>
                  </a:rPr>
                  <a:t>！</a:t>
                </a:r>
                <a:endParaRPr lang="en-US" altLang="zh-CN" sz="5400" b="0" dirty="0">
                  <a:solidFill>
                    <a:srgbClr val="3D2D1F"/>
                  </a:solidFill>
                  <a:latin typeface="华康海报体W12(P)" panose="040B0C00000000000000" pitchFamily="82" charset="-122"/>
                  <a:ea typeface="华康海报体W12(P)" panose="040B0C00000000000000" pitchFamily="82" charset="-122"/>
                </a:endParaRPr>
              </a:p>
            </p:txBody>
          </p:sp>
        </p:grpSp>
      </p:grpSp>
      <p:pic>
        <p:nvPicPr>
          <p:cNvPr id="31" name="图片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28461" y="2378020"/>
            <a:ext cx="7401185" cy="32250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" y="-13495"/>
            <a:ext cx="12192000" cy="3224818"/>
          </a:xfrm>
          <a:prstGeom prst="rect">
            <a:avLst/>
          </a:prstGeom>
          <a:solidFill>
            <a:srgbClr val="FDE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9846446" y="77235"/>
            <a:ext cx="2959589" cy="647211"/>
            <a:chOff x="9874741" y="197803"/>
            <a:chExt cx="2959589" cy="647211"/>
          </a:xfrm>
        </p:grpSpPr>
        <p:sp>
          <p:nvSpPr>
            <p:cNvPr id="9" name="文本框 8"/>
            <p:cNvSpPr txBox="1"/>
            <p:nvPr/>
          </p:nvSpPr>
          <p:spPr>
            <a:xfrm rot="21551223">
              <a:off x="9874741" y="198683"/>
              <a:ext cx="28608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600" spc="-150" dirty="0">
                  <a:ln w="63500">
                    <a:solidFill>
                      <a:schemeClr val="bg1"/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blurRad="50800" dist="38100" dir="5400000" algn="t" rotWithShape="0">
                      <a:srgbClr val="FFC000">
                        <a:alpha val="40000"/>
                      </a:srgbClr>
                    </a:outerShdw>
                  </a:effectLst>
                  <a:latin typeface="華康溜溜體 Std W7" panose="04000700000000000000" pitchFamily="82" charset="-120"/>
                  <a:ea typeface="華康溜溜體 Std W7" panose="04000700000000000000" pitchFamily="82" charset="-120"/>
                </a:rPr>
                <a:t>CHIIKAWA</a:t>
              </a:r>
            </a:p>
          </p:txBody>
        </p:sp>
        <p:sp>
          <p:nvSpPr>
            <p:cNvPr id="10" name="文本框 20"/>
            <p:cNvSpPr txBox="1"/>
            <p:nvPr/>
          </p:nvSpPr>
          <p:spPr>
            <a:xfrm rot="21551223">
              <a:off x="9875807" y="197803"/>
              <a:ext cx="29585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600" spc="-150" dirty="0">
                  <a:solidFill>
                    <a:srgbClr val="3D2D1F"/>
                  </a:solidFill>
                  <a:latin typeface="華康溜溜體 Std W7" panose="04000700000000000000" pitchFamily="82" charset="-120"/>
                  <a:ea typeface="華康溜溜體 Std W7" panose="04000700000000000000" pitchFamily="82" charset="-120"/>
                </a:rPr>
                <a:t>CHIIKAWA</a:t>
              </a:r>
              <a:endParaRPr lang="zh-CN" altLang="en-US" sz="3200" spc="-150" dirty="0">
                <a:solidFill>
                  <a:srgbClr val="3D2D1F"/>
                </a:solidFill>
                <a:latin typeface="華康溜溜體 Std W7" panose="04000700000000000000" pitchFamily="82" charset="-120"/>
                <a:ea typeface="華康溜溜體 Std W7" panose="04000700000000000000" pitchFamily="82" charset="-120"/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5644674" y="895014"/>
            <a:ext cx="61631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7200" b="1" dirty="0">
                <a:solidFill>
                  <a:schemeClr val="bg1">
                    <a:alpha val="49000"/>
                  </a:schemeClr>
                </a:solidFill>
                <a:latin typeface="+mn-ea"/>
              </a:rPr>
              <a:t>CONTENT</a:t>
            </a:r>
            <a:endParaRPr lang="zh-CN" altLang="en-US" sz="7200" b="1" dirty="0">
              <a:solidFill>
                <a:schemeClr val="bg1">
                  <a:alpha val="49000"/>
                </a:schemeClr>
              </a:solidFill>
              <a:latin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485517" y="1460544"/>
            <a:ext cx="23222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6600" b="1" dirty="0">
                <a:solidFill>
                  <a:srgbClr val="3D2D1F"/>
                </a:solidFill>
                <a:latin typeface="+mn-ea"/>
              </a:rPr>
              <a:t>目录</a:t>
            </a:r>
          </a:p>
        </p:txBody>
      </p:sp>
      <p:grpSp>
        <p:nvGrpSpPr>
          <p:cNvPr id="92" name="组合 91"/>
          <p:cNvGrpSpPr/>
          <p:nvPr/>
        </p:nvGrpSpPr>
        <p:grpSpPr>
          <a:xfrm>
            <a:off x="-390066" y="-6748"/>
            <a:ext cx="5069597" cy="3211323"/>
            <a:chOff x="496766" y="-6748"/>
            <a:chExt cx="5069597" cy="3211323"/>
          </a:xfrm>
        </p:grpSpPr>
        <p:pic>
          <p:nvPicPr>
            <p:cNvPr id="86" name="图片 85" descr="卡通人物&#10;&#10;描述已自动生成"/>
            <p:cNvPicPr>
              <a:picLocks noChangeAspect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51" t="15912" b="18372"/>
            <a:stretch>
              <a:fillRect/>
            </a:stretch>
          </p:blipFill>
          <p:spPr>
            <a:xfrm flipH="1">
              <a:off x="1214786" y="-6748"/>
              <a:ext cx="4351577" cy="3211323"/>
            </a:xfrm>
            <a:prstGeom prst="rect">
              <a:avLst/>
            </a:prstGeom>
          </p:spPr>
        </p:pic>
        <p:pic>
          <p:nvPicPr>
            <p:cNvPr id="91" name="图片 90" descr="图片包含 徽标&#10;&#10;描述已自动生成"/>
            <p:cNvPicPr>
              <a:picLocks noChangeAspect="1"/>
            </p:cNvPicPr>
            <p:nvPr/>
          </p:nvPicPr>
          <p:blipFill rotWithShape="1"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1384"/>
            <a:stretch>
              <a:fillRect/>
            </a:stretch>
          </p:blipFill>
          <p:spPr>
            <a:xfrm flipH="1">
              <a:off x="496766" y="559174"/>
              <a:ext cx="1373010" cy="1549400"/>
            </a:xfrm>
            <a:prstGeom prst="rect">
              <a:avLst/>
            </a:prstGeom>
          </p:spPr>
        </p:pic>
      </p:grpSp>
      <p:grpSp>
        <p:nvGrpSpPr>
          <p:cNvPr id="89" name="组合 88"/>
          <p:cNvGrpSpPr/>
          <p:nvPr>
            <p:custDataLst>
              <p:tags r:id="rId1"/>
            </p:custDataLst>
          </p:nvPr>
        </p:nvGrpSpPr>
        <p:grpSpPr>
          <a:xfrm>
            <a:off x="499888" y="2836288"/>
            <a:ext cx="11232983" cy="3498506"/>
            <a:chOff x="499888" y="2836288"/>
            <a:chExt cx="11232983" cy="3498506"/>
          </a:xfrm>
        </p:grpSpPr>
        <p:grpSp>
          <p:nvGrpSpPr>
            <p:cNvPr id="33" name="组合 32"/>
            <p:cNvGrpSpPr/>
            <p:nvPr/>
          </p:nvGrpSpPr>
          <p:grpSpPr>
            <a:xfrm>
              <a:off x="499888" y="2836288"/>
              <a:ext cx="2625468" cy="3498506"/>
              <a:chOff x="881794" y="3610244"/>
              <a:chExt cx="6890036" cy="1433722"/>
            </a:xfrm>
          </p:grpSpPr>
          <p:sp>
            <p:nvSpPr>
              <p:cNvPr id="34" name="gaoding-2"/>
              <p:cNvSpPr/>
              <p:nvPr>
                <p:custDataLst>
                  <p:tags r:id="rId12"/>
                </p:custDataLst>
              </p:nvPr>
            </p:nvSpPr>
            <p:spPr>
              <a:xfrm>
                <a:off x="881794" y="3695658"/>
                <a:ext cx="6714425" cy="1348308"/>
              </a:xfrm>
              <a:prstGeom prst="rect">
                <a:avLst/>
              </a:prstGeom>
              <a:solidFill>
                <a:srgbClr val="E9A193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5" name="gaoding-3"/>
              <p:cNvSpPr/>
              <p:nvPr>
                <p:custDataLst>
                  <p:tags r:id="rId13"/>
                </p:custDataLst>
              </p:nvPr>
            </p:nvSpPr>
            <p:spPr>
              <a:xfrm>
                <a:off x="1057404" y="3610244"/>
                <a:ext cx="6714426" cy="139729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pic>
          <p:nvPicPr>
            <p:cNvPr id="55" name="图片 54" descr="卡通人物&#10;&#10;描述已自动生成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705" y="4504129"/>
              <a:ext cx="2050232" cy="1728845"/>
            </a:xfrm>
            <a:prstGeom prst="rect">
              <a:avLst/>
            </a:prstGeom>
          </p:spPr>
        </p:pic>
        <p:grpSp>
          <p:nvGrpSpPr>
            <p:cNvPr id="56" name="组合 55"/>
            <p:cNvGrpSpPr/>
            <p:nvPr/>
          </p:nvGrpSpPr>
          <p:grpSpPr>
            <a:xfrm>
              <a:off x="3333339" y="2836288"/>
              <a:ext cx="2625468" cy="3498506"/>
              <a:chOff x="881794" y="3610244"/>
              <a:chExt cx="6890036" cy="1433722"/>
            </a:xfrm>
          </p:grpSpPr>
          <p:sp>
            <p:nvSpPr>
              <p:cNvPr id="57" name="gaoding-2"/>
              <p:cNvSpPr/>
              <p:nvPr>
                <p:custDataLst>
                  <p:tags r:id="rId10"/>
                </p:custDataLst>
              </p:nvPr>
            </p:nvSpPr>
            <p:spPr>
              <a:xfrm>
                <a:off x="881794" y="3695658"/>
                <a:ext cx="6714425" cy="1348308"/>
              </a:xfrm>
              <a:prstGeom prst="rect">
                <a:avLst/>
              </a:prstGeom>
              <a:solidFill>
                <a:srgbClr val="E9A193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58" name="gaoding-3"/>
              <p:cNvSpPr/>
              <p:nvPr>
                <p:custDataLst>
                  <p:tags r:id="rId11"/>
                </p:custDataLst>
              </p:nvPr>
            </p:nvSpPr>
            <p:spPr>
              <a:xfrm>
                <a:off x="1057404" y="3610244"/>
                <a:ext cx="6714426" cy="139729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pic>
          <p:nvPicPr>
            <p:cNvPr id="65" name="图片 64" descr="卡通人物&#10;&#10;描述已自动生成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58327" y="4444977"/>
              <a:ext cx="2135730" cy="1800939"/>
            </a:xfrm>
            <a:prstGeom prst="rect">
              <a:avLst/>
            </a:prstGeom>
          </p:spPr>
        </p:pic>
        <p:grpSp>
          <p:nvGrpSpPr>
            <p:cNvPr id="66" name="组合 65"/>
            <p:cNvGrpSpPr/>
            <p:nvPr/>
          </p:nvGrpSpPr>
          <p:grpSpPr>
            <a:xfrm>
              <a:off x="6177276" y="2836288"/>
              <a:ext cx="2625468" cy="3498506"/>
              <a:chOff x="881794" y="3610244"/>
              <a:chExt cx="6890036" cy="1433722"/>
            </a:xfrm>
          </p:grpSpPr>
          <p:sp>
            <p:nvSpPr>
              <p:cNvPr id="67" name="gaoding-2"/>
              <p:cNvSpPr/>
              <p:nvPr>
                <p:custDataLst>
                  <p:tags r:id="rId8"/>
                </p:custDataLst>
              </p:nvPr>
            </p:nvSpPr>
            <p:spPr>
              <a:xfrm>
                <a:off x="881794" y="3695658"/>
                <a:ext cx="6714425" cy="1348308"/>
              </a:xfrm>
              <a:prstGeom prst="rect">
                <a:avLst/>
              </a:prstGeom>
              <a:solidFill>
                <a:srgbClr val="E9A193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68" name="gaoding-3"/>
              <p:cNvSpPr/>
              <p:nvPr>
                <p:custDataLst>
                  <p:tags r:id="rId9"/>
                </p:custDataLst>
              </p:nvPr>
            </p:nvSpPr>
            <p:spPr>
              <a:xfrm>
                <a:off x="1057404" y="3610244"/>
                <a:ext cx="6714426" cy="139729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9082715" y="2836288"/>
              <a:ext cx="2625468" cy="3498506"/>
              <a:chOff x="881794" y="3610244"/>
              <a:chExt cx="6890036" cy="1433722"/>
            </a:xfrm>
          </p:grpSpPr>
          <p:sp>
            <p:nvSpPr>
              <p:cNvPr id="74" name="gaoding-2"/>
              <p:cNvSpPr/>
              <p:nvPr>
                <p:custDataLst>
                  <p:tags r:id="rId6"/>
                </p:custDataLst>
              </p:nvPr>
            </p:nvSpPr>
            <p:spPr>
              <a:xfrm>
                <a:off x="881794" y="3695658"/>
                <a:ext cx="6714425" cy="1348308"/>
              </a:xfrm>
              <a:prstGeom prst="rect">
                <a:avLst/>
              </a:prstGeom>
              <a:solidFill>
                <a:srgbClr val="E9A193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75" name="gaoding-3"/>
              <p:cNvSpPr/>
              <p:nvPr>
                <p:custDataLst>
                  <p:tags r:id="rId7"/>
                </p:custDataLst>
              </p:nvPr>
            </p:nvSpPr>
            <p:spPr>
              <a:xfrm>
                <a:off x="1057404" y="3610244"/>
                <a:ext cx="6714426" cy="139729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pic>
          <p:nvPicPr>
            <p:cNvPr id="81" name="图片 80" descr="图片包含 徽标&#10;&#10;描述已自动生成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92342" y="4497573"/>
              <a:ext cx="2262252" cy="1760888"/>
            </a:xfrm>
            <a:prstGeom prst="rect">
              <a:avLst/>
            </a:prstGeom>
          </p:spPr>
        </p:pic>
        <p:pic>
          <p:nvPicPr>
            <p:cNvPr id="83" name="图片 82" descr="图片包含 日历&#10;&#10;描述已自动生成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3157"/>
            <a:stretch>
              <a:fillRect/>
            </a:stretch>
          </p:blipFill>
          <p:spPr>
            <a:xfrm>
              <a:off x="9258260" y="4420819"/>
              <a:ext cx="2474611" cy="1812155"/>
            </a:xfrm>
            <a:prstGeom prst="rect">
              <a:avLst/>
            </a:prstGeom>
          </p:spPr>
        </p:pic>
      </p:grpSp>
      <p:sp>
        <p:nvSpPr>
          <p:cNvPr id="4" name="文本框 3"/>
          <p:cNvSpPr txBox="1"/>
          <p:nvPr/>
        </p:nvSpPr>
        <p:spPr>
          <a:xfrm>
            <a:off x="568960" y="2837180"/>
            <a:ext cx="2558415" cy="1666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/>
              <a:t>                </a:t>
            </a:r>
            <a:r>
              <a:rPr lang="en-US" altLang="zh-CN" dirty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</a:rPr>
              <a:t> </a:t>
            </a:r>
            <a:r>
              <a:rPr lang="en-US" altLang="zh-CN" sz="5400" b="1" dirty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Algerian" panose="04020705040A02060702" charset="0"/>
                <a:ea typeface="幼圆" panose="02010509060101010101" charset="-122"/>
                <a:cs typeface="Algerian" panose="04020705040A02060702" charset="0"/>
              </a:rPr>
              <a:t>01</a:t>
            </a:r>
            <a:endParaRPr lang="en-US" altLang="zh-CN" dirty="0"/>
          </a:p>
          <a:p>
            <a:r>
              <a:rPr lang="en-US" altLang="zh-CN" sz="3600" dirty="0">
                <a:latin typeface="方正舒体" panose="02010601030101010101" charset="-122"/>
                <a:ea typeface="方正舒体" panose="02010601030101010101" charset="-122"/>
              </a:rPr>
              <a:t>   </a:t>
            </a:r>
            <a:r>
              <a:rPr lang="zh-CN" altLang="en-US" sz="3600" b="1" dirty="0">
                <a:latin typeface="方正舒体" panose="02010601030101010101" charset="-122"/>
                <a:ea typeface="方正舒体" panose="02010601030101010101" charset="-122"/>
              </a:rPr>
              <a:t>部长介绍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393440" y="2837180"/>
            <a:ext cx="2571750" cy="1607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5400" dirty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Algerian" panose="04020705040A02060702" charset="0"/>
                <a:cs typeface="Algerian" panose="04020705040A02060702" charset="0"/>
              </a:rPr>
              <a:t>     02</a:t>
            </a:r>
            <a:endParaRPr lang="en-US" altLang="zh-CN" sz="5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3600" dirty="0">
                <a:latin typeface="方正舒体" panose="02010601030101010101" charset="-122"/>
                <a:ea typeface="方正舒体" panose="02010601030101010101" charset="-122"/>
              </a:rPr>
              <a:t>   </a:t>
            </a:r>
            <a:r>
              <a:rPr lang="zh-CN" altLang="en-US" sz="3600" b="1" dirty="0">
                <a:latin typeface="方正舒体" panose="02010601030101010101" charset="-122"/>
                <a:ea typeface="方正舒体" panose="02010601030101010101" charset="-122"/>
              </a:rPr>
              <a:t>部门介绍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245860" y="2836545"/>
            <a:ext cx="2555240" cy="16675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5400" dirty="0"/>
              <a:t>     </a:t>
            </a:r>
            <a:r>
              <a:rPr lang="en-US" altLang="zh-CN" sz="5400" dirty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Algerian" panose="04020705040A02060702" charset="0"/>
                <a:cs typeface="Algerian" panose="04020705040A02060702" charset="0"/>
              </a:rPr>
              <a:t>03</a:t>
            </a:r>
            <a:endParaRPr lang="en-US" altLang="zh-CN" sz="4000" dirty="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latin typeface="Algerian" panose="04020705040A02060702" charset="0"/>
              <a:cs typeface="Algerian" panose="04020705040A02060702" charset="0"/>
            </a:endParaRPr>
          </a:p>
          <a:p>
            <a:r>
              <a:rPr lang="en-US" altLang="zh-CN" sz="3600" dirty="0"/>
              <a:t>   </a:t>
            </a:r>
            <a:r>
              <a:rPr lang="zh-CN" altLang="en-US" sz="3600" b="1" dirty="0">
                <a:latin typeface="方正舒体" panose="02010601030101010101" charset="-122"/>
                <a:ea typeface="方正舒体" panose="02010601030101010101" charset="-122"/>
              </a:rPr>
              <a:t>部门风采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9155430" y="2837180"/>
            <a:ext cx="2559050" cy="1607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5400" dirty="0"/>
              <a:t>     </a:t>
            </a:r>
            <a:r>
              <a:rPr lang="en-US" altLang="zh-CN" sz="5400" dirty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Algerian" panose="04020705040A02060702" charset="0"/>
                <a:cs typeface="Algerian" panose="04020705040A02060702" charset="0"/>
              </a:rPr>
              <a:t>04</a:t>
            </a:r>
          </a:p>
          <a:p>
            <a:r>
              <a:rPr lang="en-US" altLang="zh-CN" sz="3600" dirty="0"/>
              <a:t>   </a:t>
            </a:r>
            <a:r>
              <a:rPr lang="zh-CN" altLang="en-US" sz="3600" b="1" dirty="0">
                <a:latin typeface="方正舒体" panose="02010601030101010101" charset="-122"/>
                <a:ea typeface="方正舒体" panose="02010601030101010101" charset="-122"/>
              </a:rPr>
              <a:t>有奖问答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grpSp>
        <p:nvGrpSpPr>
          <p:cNvPr id="88" name="组合 87"/>
          <p:cNvGrpSpPr/>
          <p:nvPr/>
        </p:nvGrpSpPr>
        <p:grpSpPr>
          <a:xfrm>
            <a:off x="9846446" y="78115"/>
            <a:ext cx="2959589" cy="656188"/>
            <a:chOff x="9846446" y="78115"/>
            <a:chExt cx="2959589" cy="656188"/>
          </a:xfrm>
        </p:grpSpPr>
        <p:sp>
          <p:nvSpPr>
            <p:cNvPr id="9" name="文本框 8"/>
            <p:cNvSpPr txBox="1"/>
            <p:nvPr/>
          </p:nvSpPr>
          <p:spPr>
            <a:xfrm rot="21551223">
              <a:off x="9846446" y="78115"/>
              <a:ext cx="28608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600" spc="-150" dirty="0">
                  <a:ln w="63500">
                    <a:solidFill>
                      <a:schemeClr val="bg1"/>
                    </a:solidFill>
                  </a:ln>
                  <a:solidFill>
                    <a:schemeClr val="accent2">
                      <a:lumMod val="50000"/>
                    </a:schemeClr>
                  </a:solidFill>
                  <a:effectLst>
                    <a:outerShdw blurRad="50800" dist="38100" dir="5400000" algn="t" rotWithShape="0">
                      <a:schemeClr val="accent2">
                        <a:lumMod val="50000"/>
                        <a:alpha val="40000"/>
                      </a:schemeClr>
                    </a:outerShdw>
                  </a:effectLst>
                  <a:latin typeface="華康溜溜體 Std W7" panose="04000700000000000000" pitchFamily="82" charset="-120"/>
                  <a:ea typeface="華康溜溜體 Std W7" panose="04000700000000000000" pitchFamily="82" charset="-120"/>
                </a:rPr>
                <a:t>CHIIKAWA</a:t>
              </a:r>
            </a:p>
          </p:txBody>
        </p:sp>
        <p:sp>
          <p:nvSpPr>
            <p:cNvPr id="10" name="文本框 20"/>
            <p:cNvSpPr txBox="1"/>
            <p:nvPr/>
          </p:nvSpPr>
          <p:spPr>
            <a:xfrm rot="21551223">
              <a:off x="9847512" y="87972"/>
              <a:ext cx="29585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600" spc="-150" dirty="0">
                  <a:solidFill>
                    <a:srgbClr val="3D2D1F"/>
                  </a:solidFill>
                  <a:latin typeface="華康溜溜體 Std W7" panose="04000700000000000000" pitchFamily="82" charset="-120"/>
                  <a:ea typeface="華康溜溜體 Std W7" panose="04000700000000000000" pitchFamily="82" charset="-120"/>
                </a:rPr>
                <a:t>CHIIKAWA</a:t>
              </a:r>
              <a:endParaRPr lang="zh-CN" altLang="en-US" sz="3200" spc="-150" dirty="0">
                <a:solidFill>
                  <a:srgbClr val="3D2D1F"/>
                </a:solidFill>
                <a:latin typeface="華康溜溜體 Std W7" panose="04000700000000000000" pitchFamily="82" charset="-120"/>
                <a:ea typeface="華康溜溜體 Std W7" panose="04000700000000000000" pitchFamily="82" charset="-120"/>
              </a:endParaRPr>
            </a:p>
          </p:txBody>
        </p:sp>
      </p:grpSp>
      <p:pic>
        <p:nvPicPr>
          <p:cNvPr id="5" name="图片 4" descr="卡通人物&#10;&#10;描述已自动生成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68479" flipH="1">
            <a:off x="-376920" y="43809"/>
            <a:ext cx="6770377" cy="6770377"/>
          </a:xfrm>
          <a:prstGeom prst="rect">
            <a:avLst/>
          </a:prstGeom>
        </p:spPr>
      </p:pic>
      <p:sp>
        <p:nvSpPr>
          <p:cNvPr id="14" name="文本框 10"/>
          <p:cNvSpPr txBox="1"/>
          <p:nvPr/>
        </p:nvSpPr>
        <p:spPr>
          <a:xfrm>
            <a:off x="6016535" y="1434659"/>
            <a:ext cx="2810171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600" b="1" dirty="0">
                <a:solidFill>
                  <a:srgbClr val="F1D39D"/>
                </a:solidFill>
                <a:latin typeface="+mn-ea"/>
                <a:cs typeface="Nirmala UI" panose="020B0502040204020203" pitchFamily="34" charset="0"/>
                <a:sym typeface="+mn-ea"/>
              </a:rPr>
              <a:t>01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8508922" y="2933025"/>
            <a:ext cx="1988898" cy="554290"/>
            <a:chOff x="6305472" y="3328840"/>
            <a:chExt cx="1988898" cy="554290"/>
          </a:xfrm>
        </p:grpSpPr>
        <p:sp>
          <p:nvSpPr>
            <p:cNvPr id="15" name="矩形 14"/>
            <p:cNvSpPr/>
            <p:nvPr/>
          </p:nvSpPr>
          <p:spPr>
            <a:xfrm>
              <a:off x="6379029" y="3394710"/>
              <a:ext cx="1915341" cy="488420"/>
            </a:xfrm>
            <a:prstGeom prst="rect">
              <a:avLst/>
            </a:prstGeom>
            <a:solidFill>
              <a:srgbClr val="F1D3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30"/>
            <p:cNvSpPr txBox="1"/>
            <p:nvPr/>
          </p:nvSpPr>
          <p:spPr>
            <a:xfrm>
              <a:off x="6305472" y="3328840"/>
              <a:ext cx="19605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3600" b="1" baseline="-25000" dirty="0">
                  <a:solidFill>
                    <a:schemeClr val="bg1"/>
                  </a:solidFill>
                  <a:latin typeface="+mn-ea"/>
                </a:rPr>
                <a:t>PART ONE</a:t>
              </a:r>
              <a:endParaRPr lang="zh-CN" altLang="en-US" sz="3600" b="1" baseline="-2500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17" name="@稿定PPT实验室 出品-13-2"/>
          <p:cNvSpPr txBox="1"/>
          <p:nvPr/>
        </p:nvSpPr>
        <p:spPr>
          <a:xfrm>
            <a:off x="6285865" y="3854450"/>
            <a:ext cx="4265930" cy="189928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buSzPct val="25000"/>
              <a:defRPr sz="9600" b="1">
                <a:gradFill>
                  <a:gsLst>
                    <a:gs pos="80000">
                      <a:schemeClr val="accent1">
                        <a:lumMod val="50000"/>
                        <a:alpha val="0"/>
                      </a:schemeClr>
                    </a:gs>
                    <a:gs pos="18000">
                      <a:schemeClr val="accent1">
                        <a:lumMod val="50000"/>
                      </a:schemeClr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marR="0" lvl="0" indent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Aptos Black" panose="020B0004020202020204" pitchFamily="34" charset="0"/>
              </a:rPr>
              <a:t>   </a:t>
            </a:r>
            <a:r>
              <a:rPr lang="zh-CN" alt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舒体" panose="02010601030101010101" charset="-122"/>
                <a:ea typeface="方正舒体" panose="02010601030101010101" charset="-122"/>
              </a:rPr>
              <a:t>部长介绍</a:t>
            </a:r>
          </a:p>
        </p:txBody>
      </p:sp>
      <p:pic>
        <p:nvPicPr>
          <p:cNvPr id="19" name="图片 18" descr="图片包含 徽标&#10;&#10;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0560" y="1663821"/>
            <a:ext cx="1381582" cy="13815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E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图片 6" descr="卡通人物&#10;&#10;描述已自动生成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233" b="2382"/>
          <a:stretch>
            <a:fillRect/>
          </a:stretch>
        </p:blipFill>
        <p:spPr>
          <a:xfrm>
            <a:off x="-155911" y="-250494"/>
            <a:ext cx="5092207" cy="7218259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9846446" y="77235"/>
            <a:ext cx="2959589" cy="647211"/>
            <a:chOff x="9874741" y="197803"/>
            <a:chExt cx="2959589" cy="647211"/>
          </a:xfrm>
        </p:grpSpPr>
        <p:sp>
          <p:nvSpPr>
            <p:cNvPr id="9" name="文本框 8"/>
            <p:cNvSpPr txBox="1"/>
            <p:nvPr/>
          </p:nvSpPr>
          <p:spPr>
            <a:xfrm rot="21551223">
              <a:off x="9874741" y="198683"/>
              <a:ext cx="28608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600" spc="-150" dirty="0">
                  <a:ln w="63500">
                    <a:solidFill>
                      <a:schemeClr val="bg1"/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blurRad="50800" dist="38100" dir="5400000" algn="t" rotWithShape="0">
                      <a:srgbClr val="FFC000">
                        <a:alpha val="40000"/>
                      </a:srgbClr>
                    </a:outerShdw>
                  </a:effectLst>
                  <a:latin typeface="華康溜溜體 Std W7" panose="04000700000000000000" pitchFamily="82" charset="-120"/>
                  <a:ea typeface="華康溜溜體 Std W7" panose="04000700000000000000" pitchFamily="82" charset="-120"/>
                </a:rPr>
                <a:t>CHIIKAWA</a:t>
              </a:r>
            </a:p>
          </p:txBody>
        </p:sp>
        <p:sp>
          <p:nvSpPr>
            <p:cNvPr id="10" name="文本框 20"/>
            <p:cNvSpPr txBox="1"/>
            <p:nvPr/>
          </p:nvSpPr>
          <p:spPr>
            <a:xfrm rot="21551223">
              <a:off x="9875807" y="197803"/>
              <a:ext cx="29585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600" spc="-150" dirty="0">
                  <a:solidFill>
                    <a:srgbClr val="3D2D1F"/>
                  </a:solidFill>
                  <a:latin typeface="華康溜溜體 Std W7" panose="04000700000000000000" pitchFamily="82" charset="-120"/>
                  <a:ea typeface="華康溜溜體 Std W7" panose="04000700000000000000" pitchFamily="82" charset="-120"/>
                </a:rPr>
                <a:t>CHIIKAWA</a:t>
              </a:r>
              <a:endParaRPr lang="zh-CN" altLang="en-US" sz="3200" spc="-150" dirty="0">
                <a:solidFill>
                  <a:srgbClr val="3D2D1F"/>
                </a:solidFill>
                <a:latin typeface="華康溜溜體 Std W7" panose="04000700000000000000" pitchFamily="82" charset="-120"/>
                <a:ea typeface="華康溜溜體 Std W7" panose="04000700000000000000" pitchFamily="82" charset="-120"/>
              </a:endParaRPr>
            </a:p>
          </p:txBody>
        </p:sp>
      </p:grpSp>
      <p:sp>
        <p:nvSpPr>
          <p:cNvPr id="13" name="文本框 10"/>
          <p:cNvSpPr txBox="1"/>
          <p:nvPr/>
        </p:nvSpPr>
        <p:spPr>
          <a:xfrm>
            <a:off x="4777105" y="57785"/>
            <a:ext cx="2637790" cy="7556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8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Nirmala UI" panose="020B0502040204020203" pitchFamily="34" charset="0"/>
                <a:sym typeface="+mn-ea"/>
              </a:rPr>
              <a:t>现任部长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4776470" y="751205"/>
            <a:ext cx="3519805" cy="5040000"/>
            <a:chOff x="0" y="0"/>
            <a:chExt cx="7214569" cy="5923934"/>
          </a:xfrm>
        </p:grpSpPr>
        <p:sp>
          <p:nvSpPr>
            <p:cNvPr id="3" name="Freeform 5"/>
            <p:cNvSpPr/>
            <p:nvPr/>
          </p:nvSpPr>
          <p:spPr>
            <a:xfrm>
              <a:off x="-9098" y="-6509"/>
              <a:ext cx="7228899" cy="5955987"/>
            </a:xfrm>
            <a:custGeom>
              <a:avLst/>
              <a:gdLst/>
              <a:ahLst/>
              <a:cxnLst/>
              <a:rect l="l" t="t" r="r" b="b"/>
              <a:pathLst>
                <a:path w="7228899" h="5955987">
                  <a:moveTo>
                    <a:pt x="63030" y="5362434"/>
                  </a:moveTo>
                  <a:cubicBezTo>
                    <a:pt x="63030" y="5362434"/>
                    <a:pt x="0" y="5115870"/>
                    <a:pt x="10218" y="1214762"/>
                  </a:cubicBezTo>
                  <a:cubicBezTo>
                    <a:pt x="18651" y="990971"/>
                    <a:pt x="65033" y="645332"/>
                    <a:pt x="65033" y="645332"/>
                  </a:cubicBezTo>
                  <a:cubicBezTo>
                    <a:pt x="82233" y="502466"/>
                    <a:pt x="56685" y="337866"/>
                    <a:pt x="181385" y="223925"/>
                  </a:cubicBezTo>
                  <a:cubicBezTo>
                    <a:pt x="346794" y="72788"/>
                    <a:pt x="621643" y="0"/>
                    <a:pt x="6335827" y="6965"/>
                  </a:cubicBezTo>
                  <a:lnTo>
                    <a:pt x="6335828" y="6965"/>
                  </a:lnTo>
                  <a:cubicBezTo>
                    <a:pt x="6552575" y="16819"/>
                    <a:pt x="6756890" y="36481"/>
                    <a:pt x="6891078" y="101690"/>
                  </a:cubicBezTo>
                  <a:cubicBezTo>
                    <a:pt x="7147124" y="226120"/>
                    <a:pt x="7228899" y="459160"/>
                    <a:pt x="7223412" y="704684"/>
                  </a:cubicBezTo>
                  <a:cubicBezTo>
                    <a:pt x="7223412" y="704684"/>
                    <a:pt x="7180124" y="1013073"/>
                    <a:pt x="7187558" y="1248607"/>
                  </a:cubicBezTo>
                  <a:cubicBezTo>
                    <a:pt x="7194680" y="5104235"/>
                    <a:pt x="7201837" y="5299838"/>
                    <a:pt x="7201837" y="5299838"/>
                  </a:cubicBezTo>
                  <a:cubicBezTo>
                    <a:pt x="7185155" y="5515571"/>
                    <a:pt x="7070511" y="5726182"/>
                    <a:pt x="6873643" y="5837807"/>
                  </a:cubicBezTo>
                  <a:cubicBezTo>
                    <a:pt x="6723290" y="5923055"/>
                    <a:pt x="6525260" y="5938153"/>
                    <a:pt x="5184667" y="5927411"/>
                  </a:cubicBezTo>
                  <a:lnTo>
                    <a:pt x="5184596" y="5927411"/>
                  </a:lnTo>
                  <a:cubicBezTo>
                    <a:pt x="645952" y="5922134"/>
                    <a:pt x="384604" y="5955988"/>
                    <a:pt x="254278" y="5846830"/>
                  </a:cubicBezTo>
                  <a:cubicBezTo>
                    <a:pt x="145767" y="5755945"/>
                    <a:pt x="81795" y="5562633"/>
                    <a:pt x="63030" y="536243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4"/>
          <p:cNvGrpSpPr/>
          <p:nvPr/>
        </p:nvGrpSpPr>
        <p:grpSpPr>
          <a:xfrm>
            <a:off x="8442960" y="744855"/>
            <a:ext cx="3520800" cy="5040000"/>
            <a:chOff x="751447" y="2189893"/>
            <a:chExt cx="6644981" cy="3759620"/>
          </a:xfrm>
        </p:grpSpPr>
        <p:sp>
          <p:nvSpPr>
            <p:cNvPr id="32" name="Freeform 5"/>
            <p:cNvSpPr/>
            <p:nvPr/>
          </p:nvSpPr>
          <p:spPr>
            <a:xfrm>
              <a:off x="751447" y="2189893"/>
              <a:ext cx="6644981" cy="3759620"/>
            </a:xfrm>
            <a:custGeom>
              <a:avLst/>
              <a:gdLst/>
              <a:ahLst/>
              <a:cxnLst/>
              <a:rect l="l" t="t" r="r" b="b"/>
              <a:pathLst>
                <a:path w="7228899" h="5955987">
                  <a:moveTo>
                    <a:pt x="63030" y="5362434"/>
                  </a:moveTo>
                  <a:cubicBezTo>
                    <a:pt x="63030" y="5362434"/>
                    <a:pt x="0" y="5115870"/>
                    <a:pt x="10218" y="1214762"/>
                  </a:cubicBezTo>
                  <a:cubicBezTo>
                    <a:pt x="18651" y="990971"/>
                    <a:pt x="65033" y="645332"/>
                    <a:pt x="65033" y="645332"/>
                  </a:cubicBezTo>
                  <a:cubicBezTo>
                    <a:pt x="82233" y="502466"/>
                    <a:pt x="56685" y="337866"/>
                    <a:pt x="181385" y="223925"/>
                  </a:cubicBezTo>
                  <a:cubicBezTo>
                    <a:pt x="346794" y="72788"/>
                    <a:pt x="621643" y="0"/>
                    <a:pt x="6335827" y="6965"/>
                  </a:cubicBezTo>
                  <a:lnTo>
                    <a:pt x="6335828" y="6965"/>
                  </a:lnTo>
                  <a:cubicBezTo>
                    <a:pt x="6552575" y="16819"/>
                    <a:pt x="6756890" y="36481"/>
                    <a:pt x="6891078" y="101690"/>
                  </a:cubicBezTo>
                  <a:cubicBezTo>
                    <a:pt x="7147124" y="226120"/>
                    <a:pt x="7228899" y="459160"/>
                    <a:pt x="7223412" y="704684"/>
                  </a:cubicBezTo>
                  <a:cubicBezTo>
                    <a:pt x="7223412" y="704684"/>
                    <a:pt x="7180124" y="1013073"/>
                    <a:pt x="7187558" y="1248607"/>
                  </a:cubicBezTo>
                  <a:cubicBezTo>
                    <a:pt x="7194680" y="5104235"/>
                    <a:pt x="7201837" y="5299838"/>
                    <a:pt x="7201837" y="5299838"/>
                  </a:cubicBezTo>
                  <a:cubicBezTo>
                    <a:pt x="7185155" y="5515571"/>
                    <a:pt x="7070511" y="5726182"/>
                    <a:pt x="6873643" y="5837807"/>
                  </a:cubicBezTo>
                  <a:cubicBezTo>
                    <a:pt x="6723290" y="5923055"/>
                    <a:pt x="6525260" y="5938153"/>
                    <a:pt x="5184667" y="5927411"/>
                  </a:cubicBezTo>
                  <a:lnTo>
                    <a:pt x="5184596" y="5927411"/>
                  </a:lnTo>
                  <a:cubicBezTo>
                    <a:pt x="645952" y="5922134"/>
                    <a:pt x="384604" y="5955988"/>
                    <a:pt x="254278" y="5846830"/>
                  </a:cubicBezTo>
                  <a:cubicBezTo>
                    <a:pt x="145767" y="5755945"/>
                    <a:pt x="81795" y="5562633"/>
                    <a:pt x="63030" y="536243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DE1E73C2-E2B1-09DB-0A66-94B863190257}"/>
              </a:ext>
            </a:extLst>
          </p:cNvPr>
          <p:cNvSpPr txBox="1"/>
          <p:nvPr/>
        </p:nvSpPr>
        <p:spPr>
          <a:xfrm>
            <a:off x="5208784" y="5865842"/>
            <a:ext cx="26532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华文行楷" panose="02010800040101010101" pitchFamily="2" charset="-122"/>
                <a:ea typeface="华文行楷" panose="02010800040101010101" pitchFamily="2" charset="-122"/>
              </a:rPr>
              <a:t>25</a:t>
            </a:r>
            <a:r>
              <a:rPr lang="zh-CN" altLang="en-US" sz="3200" dirty="0">
                <a:latin typeface="华文行楷" panose="02010800040101010101" pitchFamily="2" charset="-122"/>
                <a:ea typeface="华文行楷" panose="02010800040101010101" pitchFamily="2" charset="-122"/>
              </a:rPr>
              <a:t>光电陈吉林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29A754F-BDB2-7392-AFF5-4C65F3671C2A}"/>
              </a:ext>
            </a:extLst>
          </p:cNvPr>
          <p:cNvSpPr txBox="1"/>
          <p:nvPr/>
        </p:nvSpPr>
        <p:spPr>
          <a:xfrm>
            <a:off x="8876715" y="5865841"/>
            <a:ext cx="25907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华文行楷" panose="02010800040101010101" pitchFamily="2" charset="-122"/>
                <a:ea typeface="华文行楷" panose="02010800040101010101" pitchFamily="2" charset="-122"/>
              </a:rPr>
              <a:t>25</a:t>
            </a:r>
            <a:r>
              <a:rPr lang="zh-CN" altLang="en-US" sz="3200" dirty="0">
                <a:latin typeface="华文行楷" panose="02010800040101010101" pitchFamily="2" charset="-122"/>
                <a:ea typeface="华文行楷" panose="02010800040101010101" pitchFamily="2" charset="-122"/>
              </a:rPr>
              <a:t>信管瞿寒红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grpSp>
        <p:nvGrpSpPr>
          <p:cNvPr id="88" name="组合 87"/>
          <p:cNvGrpSpPr/>
          <p:nvPr/>
        </p:nvGrpSpPr>
        <p:grpSpPr>
          <a:xfrm>
            <a:off x="9846446" y="78115"/>
            <a:ext cx="2959589" cy="656188"/>
            <a:chOff x="9846446" y="78115"/>
            <a:chExt cx="2959589" cy="656188"/>
          </a:xfrm>
        </p:grpSpPr>
        <p:sp>
          <p:nvSpPr>
            <p:cNvPr id="9" name="文本框 8"/>
            <p:cNvSpPr txBox="1"/>
            <p:nvPr/>
          </p:nvSpPr>
          <p:spPr>
            <a:xfrm rot="21551223">
              <a:off x="9846446" y="78115"/>
              <a:ext cx="28608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600" spc="-150" dirty="0">
                  <a:ln w="63500">
                    <a:solidFill>
                      <a:schemeClr val="bg1"/>
                    </a:solidFill>
                  </a:ln>
                  <a:solidFill>
                    <a:schemeClr val="accent2">
                      <a:lumMod val="50000"/>
                    </a:schemeClr>
                  </a:solidFill>
                  <a:effectLst>
                    <a:outerShdw blurRad="50800" dist="38100" dir="5400000" algn="t" rotWithShape="0">
                      <a:schemeClr val="accent2">
                        <a:lumMod val="50000"/>
                        <a:alpha val="40000"/>
                      </a:schemeClr>
                    </a:outerShdw>
                  </a:effectLst>
                  <a:latin typeface="華康溜溜體 Std W7" panose="04000700000000000000" pitchFamily="82" charset="-120"/>
                  <a:ea typeface="華康溜溜體 Std W7" panose="04000700000000000000" pitchFamily="82" charset="-120"/>
                </a:rPr>
                <a:t>CHIIKAWA</a:t>
              </a:r>
            </a:p>
          </p:txBody>
        </p:sp>
        <p:sp>
          <p:nvSpPr>
            <p:cNvPr id="10" name="文本框 20"/>
            <p:cNvSpPr txBox="1"/>
            <p:nvPr/>
          </p:nvSpPr>
          <p:spPr>
            <a:xfrm rot="21551223">
              <a:off x="9847512" y="87972"/>
              <a:ext cx="29585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600" spc="-150" dirty="0">
                  <a:solidFill>
                    <a:srgbClr val="3D2D1F"/>
                  </a:solidFill>
                  <a:latin typeface="華康溜溜體 Std W7" panose="04000700000000000000" pitchFamily="82" charset="-120"/>
                  <a:ea typeface="華康溜溜體 Std W7" panose="04000700000000000000" pitchFamily="82" charset="-120"/>
                </a:rPr>
                <a:t>CHIIKAWA</a:t>
              </a:r>
              <a:endParaRPr lang="zh-CN" altLang="en-US" sz="3200" spc="-150" dirty="0">
                <a:solidFill>
                  <a:srgbClr val="3D2D1F"/>
                </a:solidFill>
                <a:latin typeface="華康溜溜體 Std W7" panose="04000700000000000000" pitchFamily="82" charset="-120"/>
                <a:ea typeface="華康溜溜體 Std W7" panose="04000700000000000000" pitchFamily="82" charset="-120"/>
              </a:endParaRPr>
            </a:p>
          </p:txBody>
        </p:sp>
      </p:grpSp>
      <p:sp>
        <p:nvSpPr>
          <p:cNvPr id="14" name="文本框 10"/>
          <p:cNvSpPr txBox="1"/>
          <p:nvPr/>
        </p:nvSpPr>
        <p:spPr>
          <a:xfrm>
            <a:off x="459378" y="1434659"/>
            <a:ext cx="2810171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600" b="1" dirty="0">
                <a:solidFill>
                  <a:srgbClr val="F1D39D"/>
                </a:solidFill>
                <a:latin typeface="+mn-ea"/>
                <a:cs typeface="Nirmala UI" panose="020B0502040204020203" pitchFamily="34" charset="0"/>
                <a:sym typeface="+mn-ea"/>
              </a:rPr>
              <a:t>02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3237883" y="2933025"/>
            <a:ext cx="1960593" cy="554290"/>
            <a:chOff x="6365444" y="3328840"/>
            <a:chExt cx="1960593" cy="554290"/>
          </a:xfrm>
        </p:grpSpPr>
        <p:sp>
          <p:nvSpPr>
            <p:cNvPr id="15" name="矩形 14"/>
            <p:cNvSpPr/>
            <p:nvPr/>
          </p:nvSpPr>
          <p:spPr>
            <a:xfrm>
              <a:off x="6379029" y="3394710"/>
              <a:ext cx="1915341" cy="488420"/>
            </a:xfrm>
            <a:prstGeom prst="rect">
              <a:avLst/>
            </a:prstGeom>
            <a:solidFill>
              <a:srgbClr val="F1D3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30"/>
            <p:cNvSpPr txBox="1"/>
            <p:nvPr/>
          </p:nvSpPr>
          <p:spPr>
            <a:xfrm>
              <a:off x="6365444" y="3328840"/>
              <a:ext cx="19605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3600" b="1" baseline="-25000" dirty="0">
                  <a:solidFill>
                    <a:schemeClr val="bg1"/>
                  </a:solidFill>
                  <a:latin typeface="+mn-ea"/>
                </a:rPr>
                <a:t>PART TWO</a:t>
              </a:r>
              <a:endParaRPr lang="zh-CN" altLang="en-US" sz="3600" b="1" baseline="-2500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17" name="@稿定PPT实验室 出品-13-2"/>
          <p:cNvSpPr txBox="1"/>
          <p:nvPr/>
        </p:nvSpPr>
        <p:spPr>
          <a:xfrm>
            <a:off x="459105" y="3584575"/>
            <a:ext cx="5636895" cy="20605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buSzPct val="25000"/>
              <a:defRPr sz="9600" b="1">
                <a:gradFill>
                  <a:gsLst>
                    <a:gs pos="80000">
                      <a:schemeClr val="accent1">
                        <a:lumMod val="50000"/>
                        <a:alpha val="0"/>
                      </a:schemeClr>
                    </a:gs>
                    <a:gs pos="18000">
                      <a:schemeClr val="accent1">
                        <a:lumMod val="50000"/>
                      </a:schemeClr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marR="0" lvl="0" indent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lang="en-US" altLang="zh-CN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舒体" panose="02010601030101010101" charset="-122"/>
                <a:ea typeface="方正舒体" panose="02010601030101010101" charset="-122"/>
              </a:rPr>
              <a:t>   </a:t>
            </a:r>
            <a:r>
              <a:rPr lang="zh-CN" alt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舒体" panose="02010601030101010101" charset="-122"/>
                <a:ea typeface="方正舒体" panose="02010601030101010101" charset="-122"/>
              </a:rPr>
              <a:t>部门介绍</a:t>
            </a:r>
          </a:p>
        </p:txBody>
      </p:sp>
      <p:pic>
        <p:nvPicPr>
          <p:cNvPr id="19" name="图片 18" descr="图片包含 徽标&#10;&#10;描述已自动生成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9549" y="1663821"/>
            <a:ext cx="1381582" cy="1381582"/>
          </a:xfrm>
          <a:prstGeom prst="rect">
            <a:avLst/>
          </a:prstGeom>
        </p:spPr>
      </p:pic>
      <p:pic>
        <p:nvPicPr>
          <p:cNvPr id="3" name="图片 2" descr="卡通人物&#10;&#10;描述已自动生成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8605" y="401280"/>
            <a:ext cx="6368298" cy="63682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89" name="矩形: 圆角 88"/>
          <p:cNvSpPr/>
          <p:nvPr/>
        </p:nvSpPr>
        <p:spPr>
          <a:xfrm>
            <a:off x="614949" y="1799544"/>
            <a:ext cx="10995642" cy="4021067"/>
          </a:xfrm>
          <a:prstGeom prst="roundRect">
            <a:avLst>
              <a:gd name="adj" fmla="val 6475"/>
            </a:avLst>
          </a:prstGeom>
          <a:solidFill>
            <a:srgbClr val="E9A193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矩形: 圆角 1"/>
          <p:cNvSpPr/>
          <p:nvPr/>
        </p:nvSpPr>
        <p:spPr>
          <a:xfrm>
            <a:off x="2821246" y="1814717"/>
            <a:ext cx="6549508" cy="4021067"/>
          </a:xfrm>
          <a:prstGeom prst="roundRect">
            <a:avLst>
              <a:gd name="adj" fmla="val 6475"/>
            </a:avLst>
          </a:prstGeom>
          <a:solidFill>
            <a:srgbClr val="FDE29F"/>
          </a:solidFill>
          <a:ln w="38100">
            <a:solidFill>
              <a:srgbClr val="642E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pic>
        <p:nvPicPr>
          <p:cNvPr id="6" name="图片 5" descr="卡通人物&#10;&#10;低可信度描述已自动生成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33" t="27029" r="20429"/>
          <a:stretch>
            <a:fillRect/>
          </a:stretch>
        </p:blipFill>
        <p:spPr>
          <a:xfrm>
            <a:off x="2509618" y="-50971"/>
            <a:ext cx="1704109" cy="1635414"/>
          </a:xfrm>
          <a:prstGeom prst="rect">
            <a:avLst/>
          </a:prstGeom>
        </p:spPr>
      </p:pic>
      <p:grpSp>
        <p:nvGrpSpPr>
          <p:cNvPr id="79" name="组合 78"/>
          <p:cNvGrpSpPr/>
          <p:nvPr/>
        </p:nvGrpSpPr>
        <p:grpSpPr>
          <a:xfrm>
            <a:off x="-387375" y="6111453"/>
            <a:ext cx="12770782" cy="450703"/>
            <a:chOff x="-1295425" y="6079703"/>
            <a:chExt cx="12770782" cy="450703"/>
          </a:xfrm>
        </p:grpSpPr>
        <p:grpSp>
          <p:nvGrpSpPr>
            <p:cNvPr id="43" name="组合 42"/>
            <p:cNvGrpSpPr/>
            <p:nvPr/>
          </p:nvGrpSpPr>
          <p:grpSpPr>
            <a:xfrm>
              <a:off x="5194275" y="6340198"/>
              <a:ext cx="5875023" cy="190208"/>
              <a:chOff x="4342493" y="6353550"/>
              <a:chExt cx="7172903" cy="232228"/>
            </a:xfrm>
            <a:solidFill>
              <a:srgbClr val="F7E2B0"/>
            </a:solidFill>
          </p:grpSpPr>
          <p:sp>
            <p:nvSpPr>
              <p:cNvPr id="53" name="椭圆 52"/>
              <p:cNvSpPr/>
              <p:nvPr/>
            </p:nvSpPr>
            <p:spPr>
              <a:xfrm>
                <a:off x="434249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  <p:sp>
            <p:nvSpPr>
              <p:cNvPr id="54" name="椭圆 53"/>
              <p:cNvSpPr/>
              <p:nvPr/>
            </p:nvSpPr>
            <p:spPr>
              <a:xfrm>
                <a:off x="533401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  <p:sp>
            <p:nvSpPr>
              <p:cNvPr id="55" name="椭圆 54"/>
              <p:cNvSpPr/>
              <p:nvPr/>
            </p:nvSpPr>
            <p:spPr>
              <a:xfrm>
                <a:off x="632554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  <p:sp>
            <p:nvSpPr>
              <p:cNvPr id="56" name="椭圆 55"/>
              <p:cNvSpPr/>
              <p:nvPr/>
            </p:nvSpPr>
            <p:spPr>
              <a:xfrm>
                <a:off x="731706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  <p:sp>
            <p:nvSpPr>
              <p:cNvPr id="57" name="椭圆 56"/>
              <p:cNvSpPr/>
              <p:nvPr/>
            </p:nvSpPr>
            <p:spPr>
              <a:xfrm>
                <a:off x="830859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  <p:sp>
            <p:nvSpPr>
              <p:cNvPr id="58" name="椭圆 57"/>
              <p:cNvSpPr/>
              <p:nvPr/>
            </p:nvSpPr>
            <p:spPr>
              <a:xfrm>
                <a:off x="930011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  <p:sp>
            <p:nvSpPr>
              <p:cNvPr id="59" name="椭圆 58"/>
              <p:cNvSpPr/>
              <p:nvPr/>
            </p:nvSpPr>
            <p:spPr>
              <a:xfrm>
                <a:off x="1029164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  <p:sp>
            <p:nvSpPr>
              <p:cNvPr id="60" name="椭圆 59"/>
              <p:cNvSpPr/>
              <p:nvPr/>
            </p:nvSpPr>
            <p:spPr>
              <a:xfrm>
                <a:off x="1128316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5600334" y="6079703"/>
              <a:ext cx="5875023" cy="190208"/>
              <a:chOff x="4342493" y="6353550"/>
              <a:chExt cx="7172903" cy="232228"/>
            </a:xfrm>
            <a:solidFill>
              <a:srgbClr val="E9A193"/>
            </a:solidFill>
          </p:grpSpPr>
          <p:sp>
            <p:nvSpPr>
              <p:cNvPr id="45" name="椭圆 44"/>
              <p:cNvSpPr/>
              <p:nvPr/>
            </p:nvSpPr>
            <p:spPr>
              <a:xfrm>
                <a:off x="434249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533401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632554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731706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椭圆 48"/>
              <p:cNvSpPr/>
              <p:nvPr/>
            </p:nvSpPr>
            <p:spPr>
              <a:xfrm>
                <a:off x="830859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椭圆 49"/>
              <p:cNvSpPr/>
              <p:nvPr/>
            </p:nvSpPr>
            <p:spPr>
              <a:xfrm>
                <a:off x="930011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椭圆 50"/>
              <p:cNvSpPr/>
              <p:nvPr/>
            </p:nvSpPr>
            <p:spPr>
              <a:xfrm>
                <a:off x="1029164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椭圆 51"/>
              <p:cNvSpPr/>
              <p:nvPr/>
            </p:nvSpPr>
            <p:spPr>
              <a:xfrm>
                <a:off x="1128316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1" name="组合 60"/>
            <p:cNvGrpSpPr/>
            <p:nvPr/>
          </p:nvGrpSpPr>
          <p:grpSpPr>
            <a:xfrm>
              <a:off x="-1295425" y="6340198"/>
              <a:ext cx="5875023" cy="190208"/>
              <a:chOff x="4342493" y="6353550"/>
              <a:chExt cx="7172903" cy="232228"/>
            </a:xfrm>
            <a:solidFill>
              <a:srgbClr val="F7E2B0"/>
            </a:solidFill>
          </p:grpSpPr>
          <p:sp>
            <p:nvSpPr>
              <p:cNvPr id="62" name="椭圆 61"/>
              <p:cNvSpPr/>
              <p:nvPr/>
            </p:nvSpPr>
            <p:spPr>
              <a:xfrm>
                <a:off x="434249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  <p:sp>
            <p:nvSpPr>
              <p:cNvPr id="63" name="椭圆 62"/>
              <p:cNvSpPr/>
              <p:nvPr/>
            </p:nvSpPr>
            <p:spPr>
              <a:xfrm>
                <a:off x="533401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  <p:sp>
            <p:nvSpPr>
              <p:cNvPr id="64" name="椭圆 63"/>
              <p:cNvSpPr/>
              <p:nvPr/>
            </p:nvSpPr>
            <p:spPr>
              <a:xfrm>
                <a:off x="632554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  <p:sp>
            <p:nvSpPr>
              <p:cNvPr id="65" name="椭圆 64"/>
              <p:cNvSpPr/>
              <p:nvPr/>
            </p:nvSpPr>
            <p:spPr>
              <a:xfrm>
                <a:off x="731706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  <p:sp>
            <p:nvSpPr>
              <p:cNvPr id="66" name="椭圆 65"/>
              <p:cNvSpPr/>
              <p:nvPr/>
            </p:nvSpPr>
            <p:spPr>
              <a:xfrm>
                <a:off x="830859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  <p:sp>
            <p:nvSpPr>
              <p:cNvPr id="67" name="椭圆 66"/>
              <p:cNvSpPr/>
              <p:nvPr/>
            </p:nvSpPr>
            <p:spPr>
              <a:xfrm>
                <a:off x="930011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  <p:sp>
            <p:nvSpPr>
              <p:cNvPr id="68" name="椭圆 67"/>
              <p:cNvSpPr/>
              <p:nvPr/>
            </p:nvSpPr>
            <p:spPr>
              <a:xfrm>
                <a:off x="1029164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  <p:sp>
            <p:nvSpPr>
              <p:cNvPr id="69" name="椭圆 68"/>
              <p:cNvSpPr/>
              <p:nvPr/>
            </p:nvSpPr>
            <p:spPr>
              <a:xfrm>
                <a:off x="1128316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</p:grpSp>
        <p:grpSp>
          <p:nvGrpSpPr>
            <p:cNvPr id="70" name="组合 69"/>
            <p:cNvGrpSpPr/>
            <p:nvPr/>
          </p:nvGrpSpPr>
          <p:grpSpPr>
            <a:xfrm>
              <a:off x="-889367" y="6079703"/>
              <a:ext cx="5875023" cy="190208"/>
              <a:chOff x="4342493" y="6353550"/>
              <a:chExt cx="7172903" cy="232228"/>
            </a:xfrm>
            <a:solidFill>
              <a:srgbClr val="E9A193"/>
            </a:solidFill>
          </p:grpSpPr>
          <p:sp>
            <p:nvSpPr>
              <p:cNvPr id="71" name="椭圆 70"/>
              <p:cNvSpPr/>
              <p:nvPr/>
            </p:nvSpPr>
            <p:spPr>
              <a:xfrm>
                <a:off x="434249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椭圆 71"/>
              <p:cNvSpPr/>
              <p:nvPr/>
            </p:nvSpPr>
            <p:spPr>
              <a:xfrm>
                <a:off x="533401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椭圆 72"/>
              <p:cNvSpPr/>
              <p:nvPr/>
            </p:nvSpPr>
            <p:spPr>
              <a:xfrm>
                <a:off x="632554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椭圆 73"/>
              <p:cNvSpPr/>
              <p:nvPr/>
            </p:nvSpPr>
            <p:spPr>
              <a:xfrm>
                <a:off x="731706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椭圆 74"/>
              <p:cNvSpPr/>
              <p:nvPr/>
            </p:nvSpPr>
            <p:spPr>
              <a:xfrm>
                <a:off x="830859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椭圆 75"/>
              <p:cNvSpPr/>
              <p:nvPr/>
            </p:nvSpPr>
            <p:spPr>
              <a:xfrm>
                <a:off x="930011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椭圆 76"/>
              <p:cNvSpPr/>
              <p:nvPr/>
            </p:nvSpPr>
            <p:spPr>
              <a:xfrm>
                <a:off x="1029164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1128316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82" name="矩形: 圆角 81"/>
          <p:cNvSpPr/>
          <p:nvPr/>
        </p:nvSpPr>
        <p:spPr>
          <a:xfrm>
            <a:off x="891565" y="1956942"/>
            <a:ext cx="690586" cy="407751"/>
          </a:xfrm>
          <a:prstGeom prst="roundRect">
            <a:avLst/>
          </a:prstGeom>
          <a:solidFill>
            <a:srgbClr val="E9A1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80B361A-5849-AB78-2649-0162A6949507}"/>
              </a:ext>
            </a:extLst>
          </p:cNvPr>
          <p:cNvSpPr txBox="1"/>
          <p:nvPr/>
        </p:nvSpPr>
        <p:spPr>
          <a:xfrm>
            <a:off x="4024505" y="57852"/>
            <a:ext cx="447750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实 践 部</a:t>
            </a:r>
          </a:p>
        </p:txBody>
      </p:sp>
      <p:pic>
        <p:nvPicPr>
          <p:cNvPr id="5" name="Picture 16">
            <a:extLst>
              <a:ext uri="{FF2B5EF4-FFF2-40B4-BE49-F238E27FC236}">
                <a16:creationId xmlns:a16="http://schemas.microsoft.com/office/drawing/2014/main" id="{1B84A11C-6FFF-D5D2-B229-C1E63F6698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-647501">
            <a:off x="43472" y="395670"/>
            <a:ext cx="1503644" cy="1165324"/>
          </a:xfrm>
          <a:prstGeom prst="rect">
            <a:avLst/>
          </a:prstGeom>
        </p:spPr>
      </p:pic>
      <p:pic>
        <p:nvPicPr>
          <p:cNvPr id="7" name="Picture 17">
            <a:extLst>
              <a:ext uri="{FF2B5EF4-FFF2-40B4-BE49-F238E27FC236}">
                <a16:creationId xmlns:a16="http://schemas.microsoft.com/office/drawing/2014/main" id="{A03B51F9-A4CC-AC4A-B656-DC95F4773E5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99181" y="126878"/>
            <a:ext cx="1143890" cy="1569660"/>
          </a:xfrm>
          <a:prstGeom prst="rect">
            <a:avLst/>
          </a:prstGeom>
        </p:spPr>
      </p:pic>
      <p:pic>
        <p:nvPicPr>
          <p:cNvPr id="8" name="图片 7" descr=" (63)">
            <a:extLst>
              <a:ext uri="{FF2B5EF4-FFF2-40B4-BE49-F238E27FC236}">
                <a16:creationId xmlns:a16="http://schemas.microsoft.com/office/drawing/2014/main" id="{8EA4A7F9-0808-C7A7-8DFE-25CFC8CD87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046" y="2714736"/>
            <a:ext cx="1778572" cy="177857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23C7582-767C-1197-DBBD-BB8D3553A32E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9588697" y="4191722"/>
            <a:ext cx="1887489" cy="15752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C56EBD2-226C-69E1-DFAC-7F82568AF50A}"/>
              </a:ext>
            </a:extLst>
          </p:cNvPr>
          <p:cNvSpPr txBox="1"/>
          <p:nvPr/>
        </p:nvSpPr>
        <p:spPr>
          <a:xfrm>
            <a:off x="3957032" y="1977763"/>
            <a:ext cx="56318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latin typeface="华文行楷" panose="02010800040101010101" pitchFamily="2" charset="-122"/>
                <a:ea typeface="华文行楷" panose="02010800040101010101" pitchFamily="2" charset="-122"/>
              </a:rPr>
              <a:t>充实校园生活的窗口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2C864C-0B66-14F3-6DCC-5C71C24C3DA7}"/>
              </a:ext>
            </a:extLst>
          </p:cNvPr>
          <p:cNvSpPr txBox="1"/>
          <p:nvPr/>
        </p:nvSpPr>
        <p:spPr>
          <a:xfrm>
            <a:off x="3984161" y="3153259"/>
            <a:ext cx="58066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latin typeface="华文行楷" panose="02010800040101010101" pitchFamily="2" charset="-122"/>
                <a:ea typeface="华文行楷" panose="02010800040101010101" pitchFamily="2" charset="-122"/>
                <a:cs typeface="华文行楷" panose="02010800040101010101" charset="-122"/>
              </a:rPr>
              <a:t>学习入党流程的课堂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C997FC8-1E51-68AB-4AA3-E732AB993EE1}"/>
              </a:ext>
            </a:extLst>
          </p:cNvPr>
          <p:cNvSpPr/>
          <p:nvPr/>
        </p:nvSpPr>
        <p:spPr>
          <a:xfrm>
            <a:off x="2956751" y="4434176"/>
            <a:ext cx="1027966" cy="545164"/>
          </a:xfrm>
          <a:prstGeom prst="roundRect">
            <a:avLst/>
          </a:prstGeom>
          <a:solidFill>
            <a:srgbClr val="E9A1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400" dirty="0">
                <a:latin typeface="华文行楷" panose="02010800040101010101" pitchFamily="2" charset="-122"/>
                <a:ea typeface="华文行楷" panose="02010800040101010101" pitchFamily="2" charset="-122"/>
              </a:rPr>
              <a:t>03</a:t>
            </a:r>
            <a:endParaRPr lang="zh-CN" altLang="en-US" sz="4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208C06-EB7C-9DFD-2172-184B68C83A72}"/>
              </a:ext>
            </a:extLst>
          </p:cNvPr>
          <p:cNvSpPr txBox="1"/>
          <p:nvPr/>
        </p:nvSpPr>
        <p:spPr>
          <a:xfrm>
            <a:off x="3946710" y="4349672"/>
            <a:ext cx="54972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latin typeface="华文行楷" panose="02010800040101010101" pitchFamily="2" charset="-122"/>
                <a:ea typeface="华文行楷" panose="02010800040101010101" pitchFamily="2" charset="-122"/>
              </a:rPr>
              <a:t>实现自我突破的平台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9FA4159-2F85-F092-9CCC-EFAA1B68F8C5}"/>
              </a:ext>
            </a:extLst>
          </p:cNvPr>
          <p:cNvSpPr/>
          <p:nvPr/>
        </p:nvSpPr>
        <p:spPr>
          <a:xfrm>
            <a:off x="2956195" y="3263708"/>
            <a:ext cx="1027966" cy="545164"/>
          </a:xfrm>
          <a:prstGeom prst="roundRect">
            <a:avLst/>
          </a:prstGeom>
          <a:solidFill>
            <a:srgbClr val="E9A1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400" dirty="0">
                <a:latin typeface="华文行楷" panose="02010800040101010101" pitchFamily="2" charset="-122"/>
                <a:ea typeface="华文行楷" panose="02010800040101010101" pitchFamily="2" charset="-122"/>
              </a:rPr>
              <a:t>02</a:t>
            </a:r>
            <a:endParaRPr lang="zh-CN" altLang="en-US" sz="4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B72ACCA-F11F-5D26-6B0E-8BABE5C30CDE}"/>
              </a:ext>
            </a:extLst>
          </p:cNvPr>
          <p:cNvSpPr/>
          <p:nvPr/>
        </p:nvSpPr>
        <p:spPr>
          <a:xfrm>
            <a:off x="2929066" y="2097513"/>
            <a:ext cx="1027966" cy="545164"/>
          </a:xfrm>
          <a:prstGeom prst="roundRect">
            <a:avLst/>
          </a:prstGeom>
          <a:solidFill>
            <a:srgbClr val="E9A1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400" dirty="0">
                <a:latin typeface="华文行楷" panose="02010800040101010101" pitchFamily="2" charset="-122"/>
                <a:ea typeface="华文行楷" panose="02010800040101010101" pitchFamily="2" charset="-122"/>
              </a:rPr>
              <a:t>01</a:t>
            </a:r>
            <a:endParaRPr lang="zh-CN" altLang="en-US" sz="4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 animBg="1"/>
      <p:bldP spid="14" grpId="0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-1" y="0"/>
            <a:ext cx="12191999" cy="4194629"/>
          </a:xfrm>
          <a:prstGeom prst="rect">
            <a:avLst/>
          </a:prstGeom>
          <a:gradFill>
            <a:gsLst>
              <a:gs pos="0">
                <a:srgbClr val="F7E2B0">
                  <a:alpha val="0"/>
                </a:srgbClr>
              </a:gs>
              <a:gs pos="21000">
                <a:srgbClr val="F7E2B0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9846446" y="77235"/>
            <a:ext cx="2959589" cy="647211"/>
            <a:chOff x="9874741" y="197803"/>
            <a:chExt cx="2959589" cy="647211"/>
          </a:xfrm>
        </p:grpSpPr>
        <p:sp>
          <p:nvSpPr>
            <p:cNvPr id="9" name="文本框 8"/>
            <p:cNvSpPr txBox="1"/>
            <p:nvPr/>
          </p:nvSpPr>
          <p:spPr>
            <a:xfrm rot="21551223">
              <a:off x="9874741" y="198683"/>
              <a:ext cx="28608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600" spc="-150" dirty="0">
                  <a:ln w="63500">
                    <a:solidFill>
                      <a:schemeClr val="bg1"/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blurRad="50800" dist="38100" dir="5400000" algn="t" rotWithShape="0">
                      <a:srgbClr val="FFC000">
                        <a:alpha val="40000"/>
                      </a:srgbClr>
                    </a:outerShdw>
                  </a:effectLst>
                  <a:latin typeface="華康溜溜體 Std W7" panose="04000700000000000000" pitchFamily="82" charset="-120"/>
                  <a:ea typeface="華康溜溜體 Std W7" panose="04000700000000000000" pitchFamily="82" charset="-120"/>
                </a:rPr>
                <a:t>CHIIKAWA</a:t>
              </a:r>
            </a:p>
          </p:txBody>
        </p:sp>
        <p:sp>
          <p:nvSpPr>
            <p:cNvPr id="10" name="文本框 20"/>
            <p:cNvSpPr txBox="1"/>
            <p:nvPr/>
          </p:nvSpPr>
          <p:spPr>
            <a:xfrm rot="21551223">
              <a:off x="9875807" y="197803"/>
              <a:ext cx="29585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600" spc="-150" dirty="0">
                  <a:solidFill>
                    <a:srgbClr val="3D2D1F"/>
                  </a:solidFill>
                  <a:latin typeface="華康溜溜體 Std W7" panose="04000700000000000000" pitchFamily="82" charset="-120"/>
                  <a:ea typeface="華康溜溜體 Std W7" panose="04000700000000000000" pitchFamily="82" charset="-120"/>
                </a:rPr>
                <a:t>CHIIKAWA</a:t>
              </a:r>
              <a:endParaRPr lang="zh-CN" altLang="en-US" sz="3200" spc="-150" dirty="0">
                <a:solidFill>
                  <a:srgbClr val="3D2D1F"/>
                </a:solidFill>
                <a:latin typeface="華康溜溜體 Std W7" panose="04000700000000000000" pitchFamily="82" charset="-120"/>
                <a:ea typeface="華康溜溜體 Std W7" panose="04000700000000000000" pitchFamily="82" charset="-120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720408" y="1413165"/>
            <a:ext cx="7957982" cy="4750130"/>
            <a:chOff x="966698" y="3610244"/>
            <a:chExt cx="6805132" cy="1463388"/>
          </a:xfrm>
        </p:grpSpPr>
        <p:sp>
          <p:nvSpPr>
            <p:cNvPr id="16" name="gaoding-2"/>
            <p:cNvSpPr/>
            <p:nvPr/>
          </p:nvSpPr>
          <p:spPr>
            <a:xfrm>
              <a:off x="966698" y="3725324"/>
              <a:ext cx="6714426" cy="1348308"/>
            </a:xfrm>
            <a:prstGeom prst="rect">
              <a:avLst/>
            </a:prstGeom>
            <a:solidFill>
              <a:srgbClr val="E9A19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" name="gaoding-3"/>
            <p:cNvSpPr/>
            <p:nvPr/>
          </p:nvSpPr>
          <p:spPr>
            <a:xfrm>
              <a:off x="1057404" y="3610244"/>
              <a:ext cx="6714426" cy="139729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</p:grpSp>
      <p:sp>
        <p:nvSpPr>
          <p:cNvPr id="24" name="文本框 11"/>
          <p:cNvSpPr txBox="1"/>
          <p:nvPr/>
        </p:nvSpPr>
        <p:spPr>
          <a:xfrm>
            <a:off x="2115969" y="1543290"/>
            <a:ext cx="1204273" cy="743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做好</a:t>
            </a:r>
            <a:endParaRPr lang="en-US" altLang="zh-CN" sz="4000" b="1" dirty="0">
              <a:solidFill>
                <a:schemeClr val="tx1">
                  <a:lumMod val="75000"/>
                  <a:lumOff val="2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9" name="图片 28" descr="徽标&#10;&#10;中度可信度描述已自动生成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29" y="4325050"/>
            <a:ext cx="2876225" cy="2599978"/>
          </a:xfrm>
          <a:prstGeom prst="rect">
            <a:avLst/>
          </a:prstGeom>
        </p:spPr>
      </p:pic>
      <p:sp>
        <p:nvSpPr>
          <p:cNvPr id="30" name="文本框 10"/>
          <p:cNvSpPr txBox="1"/>
          <p:nvPr/>
        </p:nvSpPr>
        <p:spPr>
          <a:xfrm>
            <a:off x="513744" y="942915"/>
            <a:ext cx="47608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400" b="1" dirty="0">
                <a:solidFill>
                  <a:srgbClr val="F8F2CE">
                    <a:alpha val="59000"/>
                  </a:srgbClr>
                </a:solidFill>
                <a:latin typeface="Nirmala UI" panose="020B0502040204020203" pitchFamily="34" charset="0"/>
                <a:ea typeface="微软雅黑" panose="020B0503020204020204" pitchFamily="34" charset="-122"/>
                <a:cs typeface="Nirmala UI" panose="020B0502040204020203" pitchFamily="34" charset="0"/>
                <a:sym typeface="+mn-ea"/>
              </a:rPr>
              <a:t>CLICK EDIT TITLE</a:t>
            </a:r>
          </a:p>
        </p:txBody>
      </p:sp>
      <p:sp>
        <p:nvSpPr>
          <p:cNvPr id="14" name="文本框 9"/>
          <p:cNvSpPr txBox="1"/>
          <p:nvPr/>
        </p:nvSpPr>
        <p:spPr>
          <a:xfrm rot="20109448">
            <a:off x="-356063" y="199205"/>
            <a:ext cx="3899806" cy="995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8800" b="1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主要工作</a:t>
            </a:r>
          </a:p>
        </p:txBody>
      </p:sp>
      <p:pic>
        <p:nvPicPr>
          <p:cNvPr id="2" name="图片 1" descr="卡通人物&#10;&#10;描述已自动生成">
            <a:extLst>
              <a:ext uri="{FF2B5EF4-FFF2-40B4-BE49-F238E27FC236}">
                <a16:creationId xmlns:a16="http://schemas.microsoft.com/office/drawing/2014/main" id="{9F6B8EE2-B40C-46F1-9568-AB67C82684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9106" y="255318"/>
            <a:ext cx="4363807" cy="436380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D866E26-3D33-99B6-270C-2F9F35E730FC}"/>
              </a:ext>
            </a:extLst>
          </p:cNvPr>
          <p:cNvSpPr txBox="1"/>
          <p:nvPr/>
        </p:nvSpPr>
        <p:spPr>
          <a:xfrm>
            <a:off x="3042800" y="1550433"/>
            <a:ext cx="529695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  <a:cs typeface="等线" panose="02010600030101010101" charset="-122"/>
              </a:rPr>
              <a:t>入党积极分子，</a:t>
            </a:r>
          </a:p>
          <a:p>
            <a:pPr algn="l"/>
            <a:r>
              <a:rPr lang="en-US" altLang="zh-CN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  <a:cs typeface="等线" panose="02010600030101010101" charset="-122"/>
              </a:rPr>
              <a:t>    </a:t>
            </a:r>
            <a:r>
              <a:rPr lang="zh-CN" altLang="en-US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等线" panose="02010600030101010101" charset="-122"/>
              </a:rPr>
              <a:t>发展</a:t>
            </a:r>
            <a:r>
              <a:rPr lang="zh-CN" altLang="en-US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  <a:cs typeface="等线" panose="02010600030101010101" charset="-122"/>
              </a:rPr>
              <a:t>对象，</a:t>
            </a:r>
          </a:p>
          <a:p>
            <a:pPr algn="l"/>
            <a:r>
              <a:rPr lang="en-US" altLang="zh-CN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  <a:cs typeface="等线" panose="02010600030101010101" charset="-122"/>
              </a:rPr>
              <a:t>    </a:t>
            </a:r>
            <a:r>
              <a:rPr lang="zh-CN" altLang="en-US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  <a:cs typeface="等线" panose="02010600030101010101" charset="-122"/>
              </a:rPr>
              <a:t>转正党员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D6C9962-D9EE-5EB0-F4C3-24BAE625763E}"/>
              </a:ext>
            </a:extLst>
          </p:cNvPr>
          <p:cNvSpPr txBox="1"/>
          <p:nvPr/>
        </p:nvSpPr>
        <p:spPr>
          <a:xfrm>
            <a:off x="4771329" y="3674648"/>
            <a:ext cx="48252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</a:t>
            </a:r>
            <a:r>
              <a:rPr lang="zh-CN" altLang="en-US" sz="3600" b="1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等</a:t>
            </a:r>
          </a:p>
          <a:p>
            <a:pPr algn="ctr"/>
            <a:r>
              <a:rPr lang="zh-CN" altLang="en-US" sz="3600" b="1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分批次的党校培训工作</a:t>
            </a:r>
            <a:endParaRPr lang="zh-CN" altLang="en-US" sz="36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14" grpId="0"/>
      <p:bldP spid="3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E2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8" name="组合 87"/>
          <p:cNvGrpSpPr/>
          <p:nvPr/>
        </p:nvGrpSpPr>
        <p:grpSpPr>
          <a:xfrm>
            <a:off x="9846446" y="78115"/>
            <a:ext cx="2959589" cy="656188"/>
            <a:chOff x="9846446" y="78115"/>
            <a:chExt cx="2959589" cy="656188"/>
          </a:xfrm>
        </p:grpSpPr>
        <p:sp>
          <p:nvSpPr>
            <p:cNvPr id="9" name="文本框 8"/>
            <p:cNvSpPr txBox="1"/>
            <p:nvPr/>
          </p:nvSpPr>
          <p:spPr>
            <a:xfrm rot="21551223">
              <a:off x="9846446" y="78115"/>
              <a:ext cx="28608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600" spc="-150" dirty="0">
                  <a:ln w="63500">
                    <a:solidFill>
                      <a:schemeClr val="bg1"/>
                    </a:solidFill>
                  </a:ln>
                  <a:solidFill>
                    <a:schemeClr val="accent2">
                      <a:lumMod val="50000"/>
                    </a:schemeClr>
                  </a:solidFill>
                  <a:effectLst>
                    <a:outerShdw blurRad="50800" dist="38100" dir="5400000" algn="t" rotWithShape="0">
                      <a:schemeClr val="accent2">
                        <a:lumMod val="50000"/>
                        <a:alpha val="40000"/>
                      </a:schemeClr>
                    </a:outerShdw>
                  </a:effectLst>
                  <a:latin typeface="華康溜溜體 Std W7" panose="04000700000000000000" pitchFamily="82" charset="-120"/>
                  <a:ea typeface="華康溜溜體 Std W7" panose="04000700000000000000" pitchFamily="82" charset="-120"/>
                </a:rPr>
                <a:t>CHIIKAWA</a:t>
              </a:r>
            </a:p>
          </p:txBody>
        </p:sp>
        <p:sp>
          <p:nvSpPr>
            <p:cNvPr id="10" name="文本框 20"/>
            <p:cNvSpPr txBox="1"/>
            <p:nvPr/>
          </p:nvSpPr>
          <p:spPr>
            <a:xfrm rot="21551223">
              <a:off x="9847512" y="87972"/>
              <a:ext cx="29585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600" spc="-150" dirty="0">
                  <a:solidFill>
                    <a:srgbClr val="3D2D1F"/>
                  </a:solidFill>
                  <a:latin typeface="華康溜溜體 Std W7" panose="04000700000000000000" pitchFamily="82" charset="-120"/>
                  <a:ea typeface="華康溜溜體 Std W7" panose="04000700000000000000" pitchFamily="82" charset="-120"/>
                </a:rPr>
                <a:t>CHIIKAWA</a:t>
              </a:r>
              <a:endParaRPr lang="zh-CN" altLang="en-US" sz="3200" spc="-150" dirty="0">
                <a:solidFill>
                  <a:srgbClr val="3D2D1F"/>
                </a:solidFill>
                <a:latin typeface="華康溜溜體 Std W7" panose="04000700000000000000" pitchFamily="82" charset="-120"/>
                <a:ea typeface="華康溜溜體 Std W7" panose="04000700000000000000" pitchFamily="82" charset="-120"/>
              </a:endParaRPr>
            </a:p>
          </p:txBody>
        </p:sp>
      </p:grpSp>
      <p:sp>
        <p:nvSpPr>
          <p:cNvPr id="3" name="gaoding-2"/>
          <p:cNvSpPr/>
          <p:nvPr/>
        </p:nvSpPr>
        <p:spPr>
          <a:xfrm>
            <a:off x="501777" y="1305525"/>
            <a:ext cx="11153194" cy="5266829"/>
          </a:xfrm>
          <a:prstGeom prst="rect">
            <a:avLst/>
          </a:prstGeom>
          <a:solidFill>
            <a:srgbClr val="E9A19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87" y="1159040"/>
            <a:ext cx="11219542" cy="5336775"/>
          </a:xfrm>
          <a:prstGeom prst="rect">
            <a:avLst/>
          </a:prstGeom>
        </p:spPr>
      </p:pic>
      <p:sp>
        <p:nvSpPr>
          <p:cNvPr id="16" name="椭圆 15"/>
          <p:cNvSpPr/>
          <p:nvPr/>
        </p:nvSpPr>
        <p:spPr>
          <a:xfrm>
            <a:off x="1286945" y="3278356"/>
            <a:ext cx="1144488" cy="1144488"/>
          </a:xfrm>
          <a:prstGeom prst="ellipse">
            <a:avLst/>
          </a:prstGeom>
          <a:solidFill>
            <a:srgbClr val="FDE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 descr="卡通人物&#10;&#10;描述已自动生成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766" y="2991083"/>
            <a:ext cx="1552500" cy="1552500"/>
          </a:xfrm>
          <a:prstGeom prst="rect">
            <a:avLst/>
          </a:prstGeom>
        </p:spPr>
      </p:pic>
      <p:cxnSp>
        <p:nvCxnSpPr>
          <p:cNvPr id="21" name="直接连接符 20"/>
          <p:cNvCxnSpPr/>
          <p:nvPr/>
        </p:nvCxnSpPr>
        <p:spPr>
          <a:xfrm>
            <a:off x="2599266" y="3844366"/>
            <a:ext cx="136605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/>
          <p:cNvSpPr/>
          <p:nvPr/>
        </p:nvSpPr>
        <p:spPr>
          <a:xfrm>
            <a:off x="4138315" y="3278356"/>
            <a:ext cx="1144488" cy="1144488"/>
          </a:xfrm>
          <a:prstGeom prst="ellipse">
            <a:avLst/>
          </a:prstGeom>
          <a:solidFill>
            <a:srgbClr val="FDE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7090324" y="3278356"/>
            <a:ext cx="1144488" cy="1144488"/>
          </a:xfrm>
          <a:prstGeom prst="ellipse">
            <a:avLst/>
          </a:prstGeom>
          <a:solidFill>
            <a:srgbClr val="FDE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10014215" y="3278356"/>
            <a:ext cx="1144488" cy="1144488"/>
          </a:xfrm>
          <a:prstGeom prst="ellipse">
            <a:avLst/>
          </a:prstGeom>
          <a:solidFill>
            <a:srgbClr val="FDE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连接符 28"/>
          <p:cNvCxnSpPr/>
          <p:nvPr/>
        </p:nvCxnSpPr>
        <p:spPr>
          <a:xfrm>
            <a:off x="5516637" y="3844366"/>
            <a:ext cx="136605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8407977" y="3844366"/>
            <a:ext cx="136605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 descr="卡通人物&#10;&#10;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332" y="2943379"/>
            <a:ext cx="1483301" cy="1483301"/>
          </a:xfrm>
          <a:prstGeom prst="rect">
            <a:avLst/>
          </a:prstGeom>
        </p:spPr>
      </p:pic>
      <p:pic>
        <p:nvPicPr>
          <p:cNvPr id="35" name="图片 34" descr="卡通人物&#10;&#10;中度可信度描述已自动生成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420" y="2943379"/>
            <a:ext cx="1657739" cy="1657739"/>
          </a:xfrm>
          <a:prstGeom prst="rect">
            <a:avLst/>
          </a:prstGeom>
        </p:spPr>
      </p:pic>
      <p:pic>
        <p:nvPicPr>
          <p:cNvPr id="38" name="图片 37" descr="徽标&#10;&#10;描述已自动生成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167" y="2897397"/>
            <a:ext cx="1658257" cy="1658257"/>
          </a:xfrm>
          <a:prstGeom prst="rect">
            <a:avLst/>
          </a:prstGeom>
        </p:spPr>
      </p:pic>
      <p:sp>
        <p:nvSpPr>
          <p:cNvPr id="40" name="文本框 11"/>
          <p:cNvSpPr txBox="1"/>
          <p:nvPr/>
        </p:nvSpPr>
        <p:spPr>
          <a:xfrm>
            <a:off x="890971" y="5224266"/>
            <a:ext cx="1937122" cy="216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学习更多技能，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@稿定PPT实验室 出品-13-2"/>
          <p:cNvSpPr txBox="1"/>
          <p:nvPr/>
        </p:nvSpPr>
        <p:spPr>
          <a:xfrm>
            <a:off x="3757502" y="4807924"/>
            <a:ext cx="1741181" cy="83209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buSzPct val="25000"/>
              <a:defRPr sz="9600" b="1">
                <a:gradFill>
                  <a:gsLst>
                    <a:gs pos="80000">
                      <a:schemeClr val="accent1">
                        <a:lumMod val="50000"/>
                        <a:alpha val="0"/>
                      </a:schemeClr>
                    </a:gs>
                    <a:gs pos="18000">
                      <a:schemeClr val="accent1">
                        <a:lumMod val="50000"/>
                      </a:schemeClr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ptos Black" panose="020B0004020202020204" pitchFamily="34" charset="0"/>
              </a:rPr>
              <a:t>点击修改主题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Aptos Black" panose="020B0004020202020204" pitchFamily="34" charset="0"/>
            </a:endParaRPr>
          </a:p>
        </p:txBody>
      </p:sp>
      <p:sp>
        <p:nvSpPr>
          <p:cNvPr id="42" name="文本框 11"/>
          <p:cNvSpPr txBox="1"/>
          <p:nvPr/>
        </p:nvSpPr>
        <p:spPr>
          <a:xfrm>
            <a:off x="3670243" y="5224266"/>
            <a:ext cx="1937122" cy="696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这不仅仅是一个模板，更是老法师日积月累的经验，还有我是占位符不是内容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@稿定PPT实验室 出品-13-2"/>
          <p:cNvSpPr txBox="1"/>
          <p:nvPr/>
        </p:nvSpPr>
        <p:spPr>
          <a:xfrm>
            <a:off x="6791978" y="4807924"/>
            <a:ext cx="1741181" cy="83209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buSzPct val="25000"/>
              <a:defRPr sz="9600" b="1">
                <a:gradFill>
                  <a:gsLst>
                    <a:gs pos="80000">
                      <a:schemeClr val="accent1">
                        <a:lumMod val="50000"/>
                        <a:alpha val="0"/>
                      </a:schemeClr>
                    </a:gs>
                    <a:gs pos="18000">
                      <a:schemeClr val="accent1">
                        <a:lumMod val="50000"/>
                      </a:schemeClr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ptos Black" panose="020B0004020202020204" pitchFamily="34" charset="0"/>
              </a:rPr>
              <a:t>点击修改主题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Aptos Black" panose="020B0004020202020204" pitchFamily="34" charset="0"/>
            </a:endParaRPr>
          </a:p>
        </p:txBody>
      </p:sp>
      <p:sp>
        <p:nvSpPr>
          <p:cNvPr id="81" name="文本框 11"/>
          <p:cNvSpPr txBox="1"/>
          <p:nvPr/>
        </p:nvSpPr>
        <p:spPr>
          <a:xfrm>
            <a:off x="6694007" y="5224266"/>
            <a:ext cx="1937122" cy="696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这不仅仅是一个模板，更是老法师日积月累的经验，还有我是占位符不是内容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@稿定PPT实验室 出品-13-2"/>
          <p:cNvSpPr txBox="1"/>
          <p:nvPr/>
        </p:nvSpPr>
        <p:spPr>
          <a:xfrm>
            <a:off x="9669220" y="4807924"/>
            <a:ext cx="1741181" cy="83209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buSzPct val="25000"/>
              <a:defRPr sz="9600" b="1">
                <a:gradFill>
                  <a:gsLst>
                    <a:gs pos="80000">
                      <a:schemeClr val="accent1">
                        <a:lumMod val="50000"/>
                        <a:alpha val="0"/>
                      </a:schemeClr>
                    </a:gs>
                    <a:gs pos="18000">
                      <a:schemeClr val="accent1">
                        <a:lumMod val="50000"/>
                      </a:schemeClr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Aptos Black" panose="020B0004020202020204" pitchFamily="34" charset="0"/>
              </a:rPr>
              <a:t>点击修改主题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Aptos Black" panose="020B0004020202020204" pitchFamily="34" charset="0"/>
            </a:endParaRPr>
          </a:p>
        </p:txBody>
      </p:sp>
      <p:sp>
        <p:nvSpPr>
          <p:cNvPr id="83" name="文本框 11"/>
          <p:cNvSpPr txBox="1"/>
          <p:nvPr/>
        </p:nvSpPr>
        <p:spPr>
          <a:xfrm>
            <a:off x="9581961" y="5224266"/>
            <a:ext cx="1937122" cy="696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这不仅仅是一个模板，更是老法师日积月累的经验，还有我是占位符不是内容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文本框 10"/>
          <p:cNvSpPr txBox="1"/>
          <p:nvPr/>
        </p:nvSpPr>
        <p:spPr>
          <a:xfrm>
            <a:off x="1122219" y="2398736"/>
            <a:ext cx="1401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rgbClr val="E9A193"/>
                </a:solidFill>
                <a:latin typeface="+mn-ea"/>
                <a:cs typeface="Nirmala UI" panose="020B0502040204020203" pitchFamily="34" charset="0"/>
                <a:sym typeface="+mn-ea"/>
              </a:rPr>
              <a:t>STEP 1</a:t>
            </a:r>
          </a:p>
        </p:txBody>
      </p:sp>
      <p:sp>
        <p:nvSpPr>
          <p:cNvPr id="85" name="文本框 10"/>
          <p:cNvSpPr txBox="1"/>
          <p:nvPr/>
        </p:nvSpPr>
        <p:spPr>
          <a:xfrm>
            <a:off x="3965325" y="2398736"/>
            <a:ext cx="1401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rgbClr val="E9A193"/>
                </a:solidFill>
                <a:latin typeface="+mn-ea"/>
                <a:cs typeface="Nirmala UI" panose="020B0502040204020203" pitchFamily="34" charset="0"/>
                <a:sym typeface="+mn-ea"/>
              </a:rPr>
              <a:t>STEP 2</a:t>
            </a:r>
          </a:p>
        </p:txBody>
      </p:sp>
      <p:sp>
        <p:nvSpPr>
          <p:cNvPr id="86" name="文本框 10"/>
          <p:cNvSpPr txBox="1"/>
          <p:nvPr/>
        </p:nvSpPr>
        <p:spPr>
          <a:xfrm>
            <a:off x="6961772" y="2398736"/>
            <a:ext cx="1401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rgbClr val="E9A193"/>
                </a:solidFill>
                <a:latin typeface="+mn-ea"/>
                <a:cs typeface="Nirmala UI" panose="020B0502040204020203" pitchFamily="34" charset="0"/>
                <a:sym typeface="+mn-ea"/>
              </a:rPr>
              <a:t>STEP 3</a:t>
            </a:r>
          </a:p>
        </p:txBody>
      </p:sp>
      <p:sp>
        <p:nvSpPr>
          <p:cNvPr id="87" name="文本框 10"/>
          <p:cNvSpPr txBox="1"/>
          <p:nvPr/>
        </p:nvSpPr>
        <p:spPr>
          <a:xfrm>
            <a:off x="9914919" y="2398736"/>
            <a:ext cx="1401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rgbClr val="E9A193"/>
                </a:solidFill>
                <a:latin typeface="+mn-ea"/>
                <a:cs typeface="Nirmala UI" panose="020B0502040204020203" pitchFamily="34" charset="0"/>
                <a:sym typeface="+mn-ea"/>
              </a:rPr>
              <a:t>STEP 4</a:t>
            </a:r>
          </a:p>
        </p:txBody>
      </p:sp>
      <p:grpSp>
        <p:nvGrpSpPr>
          <p:cNvPr id="133" name="组合 132"/>
          <p:cNvGrpSpPr/>
          <p:nvPr/>
        </p:nvGrpSpPr>
        <p:grpSpPr>
          <a:xfrm>
            <a:off x="2982177" y="348522"/>
            <a:ext cx="5048055" cy="1799825"/>
            <a:chOff x="2983848" y="348522"/>
            <a:chExt cx="5048055" cy="1799825"/>
          </a:xfrm>
        </p:grpSpPr>
        <p:sp>
          <p:nvSpPr>
            <p:cNvPr id="4" name="文本框 10"/>
            <p:cNvSpPr txBox="1"/>
            <p:nvPr/>
          </p:nvSpPr>
          <p:spPr>
            <a:xfrm>
              <a:off x="4370770" y="1422808"/>
              <a:ext cx="36611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3600" b="1" dirty="0">
                  <a:solidFill>
                    <a:srgbClr val="E9A193"/>
                  </a:solidFill>
                  <a:latin typeface="华文行楷" panose="02010800040101010101" pitchFamily="2" charset="-122"/>
                  <a:ea typeface="华文行楷" panose="02010800040101010101" pitchFamily="2" charset="-122"/>
                  <a:cs typeface="Nirmala UI" panose="020B0502040204020203" pitchFamily="34" charset="0"/>
                  <a:sym typeface="+mn-ea"/>
                </a:rPr>
                <a:t>加入我们</a:t>
              </a:r>
              <a:endParaRPr lang="en-US" altLang="zh-CN" sz="3600" b="1" dirty="0">
                <a:solidFill>
                  <a:srgbClr val="E9A193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Nirmala UI" panose="020B0502040204020203" pitchFamily="34" charset="0"/>
                <a:sym typeface="+mn-ea"/>
              </a:endParaRPr>
            </a:p>
          </p:txBody>
        </p:sp>
        <p:pic>
          <p:nvPicPr>
            <p:cNvPr id="132" name="图片 131" descr="图片包含 徽标&#10;&#10;描述已自动生成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3848" y="348522"/>
              <a:ext cx="2312276" cy="17998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grpSp>
        <p:nvGrpSpPr>
          <p:cNvPr id="88" name="组合 87"/>
          <p:cNvGrpSpPr/>
          <p:nvPr/>
        </p:nvGrpSpPr>
        <p:grpSpPr>
          <a:xfrm>
            <a:off x="9846446" y="78115"/>
            <a:ext cx="2959589" cy="656188"/>
            <a:chOff x="9846446" y="78115"/>
            <a:chExt cx="2959589" cy="656188"/>
          </a:xfrm>
        </p:grpSpPr>
        <p:sp>
          <p:nvSpPr>
            <p:cNvPr id="9" name="文本框 8"/>
            <p:cNvSpPr txBox="1"/>
            <p:nvPr/>
          </p:nvSpPr>
          <p:spPr>
            <a:xfrm rot="21551223">
              <a:off x="9846446" y="78115"/>
              <a:ext cx="28608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600" spc="-150" dirty="0">
                  <a:ln w="63500">
                    <a:solidFill>
                      <a:schemeClr val="bg1"/>
                    </a:solidFill>
                  </a:ln>
                  <a:solidFill>
                    <a:schemeClr val="accent2">
                      <a:lumMod val="50000"/>
                    </a:schemeClr>
                  </a:solidFill>
                  <a:effectLst>
                    <a:outerShdw blurRad="50800" dist="38100" dir="5400000" algn="t" rotWithShape="0">
                      <a:schemeClr val="accent2">
                        <a:lumMod val="50000"/>
                        <a:alpha val="40000"/>
                      </a:schemeClr>
                    </a:outerShdw>
                  </a:effectLst>
                  <a:latin typeface="華康溜溜體 Std W7" panose="04000700000000000000" pitchFamily="82" charset="-120"/>
                  <a:ea typeface="華康溜溜體 Std W7" panose="04000700000000000000" pitchFamily="82" charset="-120"/>
                </a:rPr>
                <a:t>CHIIKAWA</a:t>
              </a:r>
            </a:p>
          </p:txBody>
        </p:sp>
        <p:sp>
          <p:nvSpPr>
            <p:cNvPr id="10" name="文本框 20"/>
            <p:cNvSpPr txBox="1"/>
            <p:nvPr/>
          </p:nvSpPr>
          <p:spPr>
            <a:xfrm rot="21551223">
              <a:off x="9847512" y="87972"/>
              <a:ext cx="29585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600" spc="-150" dirty="0">
                  <a:solidFill>
                    <a:srgbClr val="3D2D1F"/>
                  </a:solidFill>
                  <a:latin typeface="華康溜溜體 Std W7" panose="04000700000000000000" pitchFamily="82" charset="-120"/>
                  <a:ea typeface="華康溜溜體 Std W7" panose="04000700000000000000" pitchFamily="82" charset="-120"/>
                </a:rPr>
                <a:t>CHIIKAWA</a:t>
              </a:r>
              <a:endParaRPr lang="zh-CN" altLang="en-US" sz="3200" spc="-150" dirty="0">
                <a:solidFill>
                  <a:srgbClr val="3D2D1F"/>
                </a:solidFill>
                <a:latin typeface="華康溜溜體 Std W7" panose="04000700000000000000" pitchFamily="82" charset="-120"/>
                <a:ea typeface="華康溜溜體 Std W7" panose="04000700000000000000" pitchFamily="82" charset="-120"/>
              </a:endParaRPr>
            </a:p>
          </p:txBody>
        </p:sp>
      </p:grpSp>
      <p:sp>
        <p:nvSpPr>
          <p:cNvPr id="14" name="文本框 10"/>
          <p:cNvSpPr txBox="1"/>
          <p:nvPr/>
        </p:nvSpPr>
        <p:spPr>
          <a:xfrm>
            <a:off x="6016535" y="1434659"/>
            <a:ext cx="2810171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600" b="1" dirty="0">
                <a:solidFill>
                  <a:srgbClr val="F1D39D"/>
                </a:solidFill>
                <a:latin typeface="+mn-ea"/>
                <a:cs typeface="Nirmala UI" panose="020B0502040204020203" pitchFamily="34" charset="0"/>
                <a:sym typeface="+mn-ea"/>
              </a:rPr>
              <a:t>03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8762417" y="2933025"/>
            <a:ext cx="2369133" cy="554290"/>
            <a:chOff x="6305472" y="3328840"/>
            <a:chExt cx="2369133" cy="554290"/>
          </a:xfrm>
        </p:grpSpPr>
        <p:sp>
          <p:nvSpPr>
            <p:cNvPr id="15" name="矩形 14"/>
            <p:cNvSpPr/>
            <p:nvPr/>
          </p:nvSpPr>
          <p:spPr>
            <a:xfrm>
              <a:off x="6379029" y="3394710"/>
              <a:ext cx="2295576" cy="488420"/>
            </a:xfrm>
            <a:prstGeom prst="rect">
              <a:avLst/>
            </a:prstGeom>
            <a:solidFill>
              <a:srgbClr val="F1D3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30"/>
            <p:cNvSpPr txBox="1"/>
            <p:nvPr/>
          </p:nvSpPr>
          <p:spPr>
            <a:xfrm>
              <a:off x="6305472" y="3328840"/>
              <a:ext cx="23691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3600" b="1" baseline="-25000" dirty="0">
                  <a:solidFill>
                    <a:schemeClr val="bg1"/>
                  </a:solidFill>
                  <a:latin typeface="+mn-ea"/>
                </a:rPr>
                <a:t>PART THREE</a:t>
              </a:r>
              <a:endParaRPr lang="zh-CN" altLang="en-US" sz="3600" b="1" baseline="-2500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17" name="@稿定PPT实验室 出品-13-2"/>
          <p:cNvSpPr txBox="1"/>
          <p:nvPr/>
        </p:nvSpPr>
        <p:spPr>
          <a:xfrm>
            <a:off x="6805930" y="3964305"/>
            <a:ext cx="4325620" cy="141795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buSzPct val="25000"/>
              <a:defRPr sz="9600" b="1">
                <a:gradFill>
                  <a:gsLst>
                    <a:gs pos="80000">
                      <a:schemeClr val="accent1">
                        <a:lumMod val="50000"/>
                        <a:alpha val="0"/>
                      </a:schemeClr>
                    </a:gs>
                    <a:gs pos="18000">
                      <a:schemeClr val="accent1">
                        <a:lumMod val="50000"/>
                      </a:schemeClr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marR="0" lvl="0" indent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Aptos Black" panose="020B0004020202020204" pitchFamily="34" charset="0"/>
              </a:rPr>
              <a:t>  </a:t>
            </a:r>
            <a:r>
              <a:rPr lang="zh-CN" alt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舒体" panose="02010601030101010101" charset="-122"/>
                <a:ea typeface="方正舒体" panose="02010601030101010101" charset="-122"/>
              </a:rPr>
              <a:t>部门风采</a:t>
            </a:r>
          </a:p>
        </p:txBody>
      </p:sp>
      <p:pic>
        <p:nvPicPr>
          <p:cNvPr id="19" name="图片 18" descr="图片包含 徽标&#10;&#10;描述已自动生成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4055" y="1663821"/>
            <a:ext cx="1381582" cy="1381582"/>
          </a:xfrm>
          <a:prstGeom prst="rect">
            <a:avLst/>
          </a:prstGeom>
        </p:spPr>
      </p:pic>
      <p:pic>
        <p:nvPicPr>
          <p:cNvPr id="3" name="图片 2" descr="卡通人物&#10;&#10;中度可信度描述已自动生成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2" y="57328"/>
            <a:ext cx="6766362" cy="67663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6" name="文本框 10"/>
          <p:cNvSpPr txBox="1"/>
          <p:nvPr/>
        </p:nvSpPr>
        <p:spPr>
          <a:xfrm>
            <a:off x="18415" y="-635"/>
            <a:ext cx="2030730" cy="744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600" b="1" dirty="0">
                <a:solidFill>
                  <a:srgbClr val="E9A193"/>
                </a:solidFill>
                <a:latin typeface="Nirmala UI" panose="020B0502040204020203" pitchFamily="34" charset="0"/>
                <a:ea typeface="微软雅黑" panose="020B0503020204020204" pitchFamily="34" charset="-122"/>
                <a:cs typeface="Nirmala UI" panose="020B0502040204020203" pitchFamily="34" charset="0"/>
                <a:sym typeface="+mn-ea"/>
              </a:rPr>
              <a:t>美好瞬间</a:t>
            </a:r>
          </a:p>
        </p:txBody>
      </p:sp>
      <p:grpSp>
        <p:nvGrpSpPr>
          <p:cNvPr id="79" name="组合 78"/>
          <p:cNvGrpSpPr/>
          <p:nvPr/>
        </p:nvGrpSpPr>
        <p:grpSpPr>
          <a:xfrm>
            <a:off x="-387375" y="6111453"/>
            <a:ext cx="12770782" cy="450703"/>
            <a:chOff x="-1295425" y="6079703"/>
            <a:chExt cx="12770782" cy="450703"/>
          </a:xfrm>
        </p:grpSpPr>
        <p:grpSp>
          <p:nvGrpSpPr>
            <p:cNvPr id="43" name="组合 42"/>
            <p:cNvGrpSpPr/>
            <p:nvPr/>
          </p:nvGrpSpPr>
          <p:grpSpPr>
            <a:xfrm>
              <a:off x="5194275" y="6340198"/>
              <a:ext cx="5875023" cy="190208"/>
              <a:chOff x="4342493" y="6353550"/>
              <a:chExt cx="7172903" cy="232228"/>
            </a:xfrm>
            <a:solidFill>
              <a:srgbClr val="F7E2B0"/>
            </a:solidFill>
          </p:grpSpPr>
          <p:sp>
            <p:nvSpPr>
              <p:cNvPr id="53" name="椭圆 52"/>
              <p:cNvSpPr/>
              <p:nvPr/>
            </p:nvSpPr>
            <p:spPr>
              <a:xfrm>
                <a:off x="434249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  <p:sp>
            <p:nvSpPr>
              <p:cNvPr id="54" name="椭圆 53"/>
              <p:cNvSpPr/>
              <p:nvPr/>
            </p:nvSpPr>
            <p:spPr>
              <a:xfrm>
                <a:off x="533401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  <p:sp>
            <p:nvSpPr>
              <p:cNvPr id="55" name="椭圆 54"/>
              <p:cNvSpPr/>
              <p:nvPr/>
            </p:nvSpPr>
            <p:spPr>
              <a:xfrm>
                <a:off x="632554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  <p:sp>
            <p:nvSpPr>
              <p:cNvPr id="56" name="椭圆 55"/>
              <p:cNvSpPr/>
              <p:nvPr/>
            </p:nvSpPr>
            <p:spPr>
              <a:xfrm>
                <a:off x="731706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  <p:sp>
            <p:nvSpPr>
              <p:cNvPr id="57" name="椭圆 56"/>
              <p:cNvSpPr/>
              <p:nvPr/>
            </p:nvSpPr>
            <p:spPr>
              <a:xfrm>
                <a:off x="830859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  <p:sp>
            <p:nvSpPr>
              <p:cNvPr id="58" name="椭圆 57"/>
              <p:cNvSpPr/>
              <p:nvPr/>
            </p:nvSpPr>
            <p:spPr>
              <a:xfrm>
                <a:off x="930011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  <p:sp>
            <p:nvSpPr>
              <p:cNvPr id="59" name="椭圆 58"/>
              <p:cNvSpPr/>
              <p:nvPr/>
            </p:nvSpPr>
            <p:spPr>
              <a:xfrm>
                <a:off x="1029164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  <p:sp>
            <p:nvSpPr>
              <p:cNvPr id="60" name="椭圆 59"/>
              <p:cNvSpPr/>
              <p:nvPr/>
            </p:nvSpPr>
            <p:spPr>
              <a:xfrm>
                <a:off x="1128316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5600334" y="6079703"/>
              <a:ext cx="5875023" cy="190208"/>
              <a:chOff x="4342493" y="6353550"/>
              <a:chExt cx="7172903" cy="232228"/>
            </a:xfrm>
            <a:solidFill>
              <a:srgbClr val="E9A193"/>
            </a:solidFill>
          </p:grpSpPr>
          <p:sp>
            <p:nvSpPr>
              <p:cNvPr id="45" name="椭圆 44"/>
              <p:cNvSpPr/>
              <p:nvPr/>
            </p:nvSpPr>
            <p:spPr>
              <a:xfrm>
                <a:off x="434249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533401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632554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731706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椭圆 48"/>
              <p:cNvSpPr/>
              <p:nvPr/>
            </p:nvSpPr>
            <p:spPr>
              <a:xfrm>
                <a:off x="830859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椭圆 49"/>
              <p:cNvSpPr/>
              <p:nvPr/>
            </p:nvSpPr>
            <p:spPr>
              <a:xfrm>
                <a:off x="930011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椭圆 50"/>
              <p:cNvSpPr/>
              <p:nvPr/>
            </p:nvSpPr>
            <p:spPr>
              <a:xfrm>
                <a:off x="1029164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椭圆 51"/>
              <p:cNvSpPr/>
              <p:nvPr/>
            </p:nvSpPr>
            <p:spPr>
              <a:xfrm>
                <a:off x="1128316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1" name="组合 60"/>
            <p:cNvGrpSpPr/>
            <p:nvPr/>
          </p:nvGrpSpPr>
          <p:grpSpPr>
            <a:xfrm>
              <a:off x="-1295425" y="6340198"/>
              <a:ext cx="5875023" cy="190208"/>
              <a:chOff x="4342493" y="6353550"/>
              <a:chExt cx="7172903" cy="232228"/>
            </a:xfrm>
            <a:solidFill>
              <a:srgbClr val="F7E2B0"/>
            </a:solidFill>
          </p:grpSpPr>
          <p:sp>
            <p:nvSpPr>
              <p:cNvPr id="62" name="椭圆 61"/>
              <p:cNvSpPr/>
              <p:nvPr/>
            </p:nvSpPr>
            <p:spPr>
              <a:xfrm>
                <a:off x="434249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  <p:sp>
            <p:nvSpPr>
              <p:cNvPr id="63" name="椭圆 62"/>
              <p:cNvSpPr/>
              <p:nvPr/>
            </p:nvSpPr>
            <p:spPr>
              <a:xfrm>
                <a:off x="533401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  <p:sp>
            <p:nvSpPr>
              <p:cNvPr id="64" name="椭圆 63"/>
              <p:cNvSpPr/>
              <p:nvPr/>
            </p:nvSpPr>
            <p:spPr>
              <a:xfrm>
                <a:off x="632554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  <p:sp>
            <p:nvSpPr>
              <p:cNvPr id="65" name="椭圆 64"/>
              <p:cNvSpPr/>
              <p:nvPr/>
            </p:nvSpPr>
            <p:spPr>
              <a:xfrm>
                <a:off x="731706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  <p:sp>
            <p:nvSpPr>
              <p:cNvPr id="66" name="椭圆 65"/>
              <p:cNvSpPr/>
              <p:nvPr/>
            </p:nvSpPr>
            <p:spPr>
              <a:xfrm>
                <a:off x="830859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  <p:sp>
            <p:nvSpPr>
              <p:cNvPr id="67" name="椭圆 66"/>
              <p:cNvSpPr/>
              <p:nvPr/>
            </p:nvSpPr>
            <p:spPr>
              <a:xfrm>
                <a:off x="930011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  <p:sp>
            <p:nvSpPr>
              <p:cNvPr id="68" name="椭圆 67"/>
              <p:cNvSpPr/>
              <p:nvPr/>
            </p:nvSpPr>
            <p:spPr>
              <a:xfrm>
                <a:off x="1029164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  <p:sp>
            <p:nvSpPr>
              <p:cNvPr id="69" name="椭圆 68"/>
              <p:cNvSpPr/>
              <p:nvPr/>
            </p:nvSpPr>
            <p:spPr>
              <a:xfrm>
                <a:off x="1128316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7E2B0"/>
                  </a:solidFill>
                </a:endParaRPr>
              </a:p>
            </p:txBody>
          </p:sp>
        </p:grpSp>
        <p:grpSp>
          <p:nvGrpSpPr>
            <p:cNvPr id="70" name="组合 69"/>
            <p:cNvGrpSpPr/>
            <p:nvPr/>
          </p:nvGrpSpPr>
          <p:grpSpPr>
            <a:xfrm>
              <a:off x="-889367" y="6079703"/>
              <a:ext cx="5875023" cy="190208"/>
              <a:chOff x="4342493" y="6353550"/>
              <a:chExt cx="7172903" cy="232228"/>
            </a:xfrm>
            <a:solidFill>
              <a:srgbClr val="E9A193"/>
            </a:solidFill>
          </p:grpSpPr>
          <p:sp>
            <p:nvSpPr>
              <p:cNvPr id="71" name="椭圆 70"/>
              <p:cNvSpPr/>
              <p:nvPr/>
            </p:nvSpPr>
            <p:spPr>
              <a:xfrm>
                <a:off x="434249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椭圆 71"/>
              <p:cNvSpPr/>
              <p:nvPr/>
            </p:nvSpPr>
            <p:spPr>
              <a:xfrm>
                <a:off x="533401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椭圆 72"/>
              <p:cNvSpPr/>
              <p:nvPr/>
            </p:nvSpPr>
            <p:spPr>
              <a:xfrm>
                <a:off x="632554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椭圆 73"/>
              <p:cNvSpPr/>
              <p:nvPr/>
            </p:nvSpPr>
            <p:spPr>
              <a:xfrm>
                <a:off x="731706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椭圆 74"/>
              <p:cNvSpPr/>
              <p:nvPr/>
            </p:nvSpPr>
            <p:spPr>
              <a:xfrm>
                <a:off x="830859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椭圆 75"/>
              <p:cNvSpPr/>
              <p:nvPr/>
            </p:nvSpPr>
            <p:spPr>
              <a:xfrm>
                <a:off x="930011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椭圆 76"/>
              <p:cNvSpPr/>
              <p:nvPr/>
            </p:nvSpPr>
            <p:spPr>
              <a:xfrm>
                <a:off x="10291643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11283168" y="6353550"/>
                <a:ext cx="232228" cy="2322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7" name="矩形: 圆角 6"/>
          <p:cNvSpPr/>
          <p:nvPr/>
        </p:nvSpPr>
        <p:spPr>
          <a:xfrm>
            <a:off x="548873" y="1647271"/>
            <a:ext cx="10995642" cy="4021067"/>
          </a:xfrm>
          <a:prstGeom prst="roundRect">
            <a:avLst>
              <a:gd name="adj" fmla="val 6475"/>
            </a:avLst>
          </a:prstGeom>
          <a:solidFill>
            <a:srgbClr val="E9A193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92710" y="780085"/>
            <a:ext cx="12174220" cy="5367020"/>
          </a:xfrm>
          <a:prstGeom prst="roundRect">
            <a:avLst>
              <a:gd name="adj" fmla="val 6475"/>
            </a:avLst>
          </a:prstGeom>
          <a:solidFill>
            <a:schemeClr val="bg1"/>
          </a:solidFill>
          <a:ln w="38100">
            <a:solidFill>
              <a:srgbClr val="642E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5" name="图片 4" descr="形状&#10;&#10;低可信度描述已自动生成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352873" y="4476347"/>
            <a:ext cx="1800000" cy="1547438"/>
          </a:xfrm>
          <a:prstGeom prst="rect">
            <a:avLst/>
          </a:prstGeom>
        </p:spPr>
      </p:pic>
      <p:sp>
        <p:nvSpPr>
          <p:cNvPr id="11" name="椭圆 10"/>
          <p:cNvSpPr/>
          <p:nvPr>
            <p:custDataLst>
              <p:tags r:id="rId1"/>
            </p:custDataLst>
          </p:nvPr>
        </p:nvSpPr>
        <p:spPr>
          <a:xfrm>
            <a:off x="18369" y="744146"/>
            <a:ext cx="1080000" cy="1080000"/>
          </a:xfrm>
          <a:prstGeom prst="ellipse">
            <a:avLst/>
          </a:prstGeom>
          <a:solidFill>
            <a:srgbClr val="FDE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>
            <p:custDataLst>
              <p:tags r:id="rId2"/>
            </p:custDataLst>
          </p:nvPr>
        </p:nvSpPr>
        <p:spPr>
          <a:xfrm>
            <a:off x="92710" y="5031105"/>
            <a:ext cx="1080000" cy="1080000"/>
          </a:xfrm>
          <a:prstGeom prst="ellipse">
            <a:avLst/>
          </a:prstGeom>
          <a:solidFill>
            <a:srgbClr val="FDE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 descr="卡通人物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0" y="744528"/>
            <a:ext cx="1080000" cy="1080000"/>
          </a:xfrm>
          <a:prstGeom prst="rect">
            <a:avLst/>
          </a:prstGeom>
        </p:spPr>
      </p:pic>
      <p:pic>
        <p:nvPicPr>
          <p:cNvPr id="19" name="图片 18" descr="卡通人物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1" y="5030891"/>
            <a:ext cx="1080000" cy="10800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AB26ABF-4485-4116-1799-6950372A768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014" y="891227"/>
            <a:ext cx="3913061" cy="219991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C205D67-F398-5BF7-98AE-796AC8474529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999" y="936377"/>
            <a:ext cx="2484912" cy="3313216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70B2C64F-7C49-DCFC-B2E2-2400D5553BA1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106635" y="2570450"/>
            <a:ext cx="2614295" cy="1960721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7CC28FC1-A58A-704C-8D87-97D211433B89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381" y="3547299"/>
            <a:ext cx="3324754" cy="249356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9C6BC13-45E7-EA24-4764-AB3C7DB5937F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760" y="838017"/>
            <a:ext cx="1960721" cy="2614295"/>
          </a:xfrm>
          <a:prstGeom prst="rect">
            <a:avLst/>
          </a:prstGeom>
        </p:spPr>
      </p:pic>
      <p:pic>
        <p:nvPicPr>
          <p:cNvPr id="6" name="图片 5" descr="徽标&#10;&#10;描述已自动生成">
            <a:extLst>
              <a:ext uri="{FF2B5EF4-FFF2-40B4-BE49-F238E27FC236}">
                <a16:creationId xmlns:a16="http://schemas.microsoft.com/office/drawing/2014/main" id="{10724FF4-20DA-B1DC-CD27-529996D04465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0758" y="3428999"/>
            <a:ext cx="2866027" cy="28660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grpSp>
        <p:nvGrpSpPr>
          <p:cNvPr id="88" name="组合 87"/>
          <p:cNvGrpSpPr/>
          <p:nvPr/>
        </p:nvGrpSpPr>
        <p:grpSpPr>
          <a:xfrm>
            <a:off x="9846446" y="78115"/>
            <a:ext cx="2959589" cy="656188"/>
            <a:chOff x="9846446" y="78115"/>
            <a:chExt cx="2959589" cy="656188"/>
          </a:xfrm>
        </p:grpSpPr>
        <p:sp>
          <p:nvSpPr>
            <p:cNvPr id="9" name="文本框 8"/>
            <p:cNvSpPr txBox="1"/>
            <p:nvPr/>
          </p:nvSpPr>
          <p:spPr>
            <a:xfrm rot="21551223">
              <a:off x="9846446" y="78115"/>
              <a:ext cx="28608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600" spc="-150" dirty="0">
                  <a:ln w="63500">
                    <a:solidFill>
                      <a:schemeClr val="bg1"/>
                    </a:solidFill>
                  </a:ln>
                  <a:solidFill>
                    <a:schemeClr val="accent2">
                      <a:lumMod val="50000"/>
                    </a:schemeClr>
                  </a:solidFill>
                  <a:effectLst>
                    <a:outerShdw blurRad="50800" dist="38100" dir="5400000" algn="t" rotWithShape="0">
                      <a:schemeClr val="accent2">
                        <a:lumMod val="50000"/>
                        <a:alpha val="40000"/>
                      </a:schemeClr>
                    </a:outerShdw>
                  </a:effectLst>
                  <a:latin typeface="華康溜溜體 Std W7" panose="04000700000000000000" pitchFamily="82" charset="-120"/>
                  <a:ea typeface="華康溜溜體 Std W7" panose="04000700000000000000" pitchFamily="82" charset="-120"/>
                </a:rPr>
                <a:t>CHIIKAWA</a:t>
              </a:r>
            </a:p>
          </p:txBody>
        </p:sp>
        <p:sp>
          <p:nvSpPr>
            <p:cNvPr id="10" name="文本框 20"/>
            <p:cNvSpPr txBox="1"/>
            <p:nvPr/>
          </p:nvSpPr>
          <p:spPr>
            <a:xfrm rot="21551223">
              <a:off x="9847512" y="87972"/>
              <a:ext cx="29585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600" spc="-150" dirty="0">
                  <a:solidFill>
                    <a:srgbClr val="3D2D1F"/>
                  </a:solidFill>
                  <a:latin typeface="華康溜溜體 Std W7" panose="04000700000000000000" pitchFamily="82" charset="-120"/>
                  <a:ea typeface="華康溜溜體 Std W7" panose="04000700000000000000" pitchFamily="82" charset="-120"/>
                </a:rPr>
                <a:t>CHIIKAWA</a:t>
              </a:r>
              <a:endParaRPr lang="zh-CN" altLang="en-US" sz="3200" spc="-150" dirty="0">
                <a:solidFill>
                  <a:srgbClr val="3D2D1F"/>
                </a:solidFill>
                <a:latin typeface="華康溜溜體 Std W7" panose="04000700000000000000" pitchFamily="82" charset="-120"/>
                <a:ea typeface="華康溜溜體 Std W7" panose="04000700000000000000" pitchFamily="82" charset="-120"/>
              </a:endParaRPr>
            </a:p>
          </p:txBody>
        </p:sp>
      </p:grpSp>
      <p:sp>
        <p:nvSpPr>
          <p:cNvPr id="14" name="文本框 10"/>
          <p:cNvSpPr txBox="1"/>
          <p:nvPr/>
        </p:nvSpPr>
        <p:spPr>
          <a:xfrm>
            <a:off x="421278" y="1434659"/>
            <a:ext cx="2810171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600" b="1" dirty="0">
                <a:solidFill>
                  <a:srgbClr val="F1D39D"/>
                </a:solidFill>
                <a:latin typeface="+mn-ea"/>
                <a:cs typeface="Nirmala UI" panose="020B0502040204020203" pitchFamily="34" charset="0"/>
                <a:sym typeface="+mn-ea"/>
              </a:rPr>
              <a:t>04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3199783" y="2933025"/>
            <a:ext cx="1960593" cy="554290"/>
            <a:chOff x="6365444" y="3328840"/>
            <a:chExt cx="1960593" cy="554290"/>
          </a:xfrm>
        </p:grpSpPr>
        <p:sp>
          <p:nvSpPr>
            <p:cNvPr id="15" name="矩形 14"/>
            <p:cNvSpPr/>
            <p:nvPr/>
          </p:nvSpPr>
          <p:spPr>
            <a:xfrm>
              <a:off x="6379029" y="3394710"/>
              <a:ext cx="1915341" cy="488420"/>
            </a:xfrm>
            <a:prstGeom prst="rect">
              <a:avLst/>
            </a:prstGeom>
            <a:solidFill>
              <a:srgbClr val="F1D3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30"/>
            <p:cNvSpPr txBox="1"/>
            <p:nvPr/>
          </p:nvSpPr>
          <p:spPr>
            <a:xfrm>
              <a:off x="6365444" y="3328840"/>
              <a:ext cx="19605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3600" b="1" baseline="-25000" dirty="0">
                  <a:solidFill>
                    <a:schemeClr val="bg1"/>
                  </a:solidFill>
                  <a:latin typeface="+mn-ea"/>
                </a:rPr>
                <a:t>PART FOUR</a:t>
              </a:r>
              <a:endParaRPr lang="zh-CN" altLang="en-US" sz="3600" b="1" baseline="-2500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17" name="@稿定PPT实验室 出品-13-2"/>
          <p:cNvSpPr txBox="1"/>
          <p:nvPr/>
        </p:nvSpPr>
        <p:spPr>
          <a:xfrm>
            <a:off x="420370" y="3854450"/>
            <a:ext cx="4707890" cy="19608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buSzPct val="25000"/>
              <a:defRPr sz="9600" b="1">
                <a:gradFill>
                  <a:gsLst>
                    <a:gs pos="80000">
                      <a:schemeClr val="accent1">
                        <a:lumMod val="50000"/>
                        <a:alpha val="0"/>
                      </a:schemeClr>
                    </a:gs>
                    <a:gs pos="18000">
                      <a:schemeClr val="accent1">
                        <a:lumMod val="50000"/>
                      </a:schemeClr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marR="0" lvl="0" indent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lang="en-US" altLang="zh-CN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舒体" panose="02010601030101010101" charset="-122"/>
                <a:ea typeface="方正舒体" panose="02010601030101010101" charset="-122"/>
              </a:rPr>
              <a:t>  </a:t>
            </a:r>
            <a:r>
              <a:rPr lang="zh-CN" alt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舒体" panose="02010601030101010101" charset="-122"/>
                <a:ea typeface="方正舒体" panose="02010601030101010101" charset="-122"/>
              </a:rPr>
              <a:t>有奖问答</a:t>
            </a:r>
          </a:p>
        </p:txBody>
      </p:sp>
      <p:pic>
        <p:nvPicPr>
          <p:cNvPr id="19" name="图片 18" descr="图片包含 徽标&#10;&#10;描述已自动生成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1449" y="1663821"/>
            <a:ext cx="1381582" cy="1381582"/>
          </a:xfrm>
          <a:prstGeom prst="rect">
            <a:avLst/>
          </a:prstGeom>
        </p:spPr>
      </p:pic>
      <p:pic>
        <p:nvPicPr>
          <p:cNvPr id="4" name="图片 3" descr="徽标&#10;&#10;描述已自动生成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8983" y="57852"/>
            <a:ext cx="6858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1419860"/>
            <a:ext cx="12192000" cy="4126230"/>
          </a:xfrm>
          <a:prstGeom prst="rect">
            <a:avLst/>
          </a:prstGeom>
          <a:solidFill>
            <a:srgbClr val="FDE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片 27" descr="徽标&#10;&#10;描述已自动生成"/>
          <p:cNvPicPr>
            <a:picLocks noChangeAspect="1"/>
          </p:cNvPicPr>
          <p:nvPr/>
        </p:nvPicPr>
        <p:blipFill rotWithShape="1">
          <a:blip r:embed="rId12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82" r="26327" b="13209"/>
          <a:stretch>
            <a:fillRect/>
          </a:stretch>
        </p:blipFill>
        <p:spPr>
          <a:xfrm>
            <a:off x="7261225" y="1419860"/>
            <a:ext cx="5006975" cy="4126230"/>
          </a:xfrm>
          <a:prstGeom prst="rect">
            <a:avLst/>
          </a:prstGeom>
        </p:spPr>
      </p:pic>
      <p:pic>
        <p:nvPicPr>
          <p:cNvPr id="26" name="图片 25" descr="徽标&#10;&#10;描述已自动生成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872"/>
          <a:stretch>
            <a:fillRect/>
          </a:stretch>
        </p:blipFill>
        <p:spPr>
          <a:xfrm>
            <a:off x="5404382" y="-246538"/>
            <a:ext cx="6069161" cy="7046686"/>
          </a:xfrm>
          <a:prstGeom prst="rect">
            <a:avLst/>
          </a:prstGeom>
        </p:spPr>
      </p:pic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614045" y="651510"/>
            <a:ext cx="6019800" cy="5370830"/>
            <a:chOff x="9240" y="1297"/>
            <a:chExt cx="9480" cy="8458"/>
          </a:xfrm>
        </p:grpSpPr>
        <p:sp>
          <p:nvSpPr>
            <p:cNvPr id="5" name="矩形: 圆角 27"/>
            <p:cNvSpPr/>
            <p:nvPr/>
          </p:nvSpPr>
          <p:spPr>
            <a:xfrm>
              <a:off x="9255" y="1624"/>
              <a:ext cx="9465" cy="8131"/>
            </a:xfrm>
            <a:prstGeom prst="roundRect">
              <a:avLst>
                <a:gd name="adj" fmla="val 5863"/>
              </a:avLst>
            </a:prstGeom>
            <a:solidFill>
              <a:schemeClr val="bg1"/>
            </a:solidFill>
            <a:ln w="28575">
              <a:solidFill>
                <a:schemeClr val="tx1">
                  <a:lumMod val="75000"/>
                  <a:lumOff val="25000"/>
                </a:schemeClr>
              </a:solidFill>
            </a:ln>
            <a:effectLst>
              <a:outerShdw blurRad="50800" dist="38100" dir="5400000" algn="t" rotWithShape="0">
                <a:schemeClr val="bg1">
                  <a:lumMod val="8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3" name="矩形: 圆顶角 32"/>
            <p:cNvSpPr/>
            <p:nvPr/>
          </p:nvSpPr>
          <p:spPr>
            <a:xfrm rot="5400000">
              <a:off x="11286" y="-749"/>
              <a:ext cx="1020" cy="51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9A193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10"/>
            <p:cNvSpPr txBox="1"/>
            <p:nvPr/>
          </p:nvSpPr>
          <p:spPr>
            <a:xfrm>
              <a:off x="9373" y="1353"/>
              <a:ext cx="4472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3200" b="1" dirty="0">
                  <a:solidFill>
                    <a:schemeClr val="bg1"/>
                  </a:solidFill>
                  <a:latin typeface="Nirmala UI" panose="020B0502040204020203" pitchFamily="34" charset="0"/>
                  <a:ea typeface="微软雅黑" panose="020B0503020204020204" pitchFamily="34" charset="-122"/>
                  <a:cs typeface="Nirmala UI" panose="020B0502040204020203" pitchFamily="34" charset="0"/>
                  <a:sym typeface="+mn-ea"/>
                </a:rPr>
                <a:t>有奖问答！</a:t>
              </a:r>
              <a:endParaRPr lang="en-US" altLang="zh-CN" sz="3200" b="1" dirty="0">
                <a:solidFill>
                  <a:schemeClr val="bg1"/>
                </a:solidFill>
                <a:latin typeface="Nirmala UI" panose="020B0502040204020203" pitchFamily="34" charset="0"/>
                <a:ea typeface="微软雅黑" panose="020B0503020204020204" pitchFamily="34" charset="-122"/>
                <a:cs typeface="Nirmala UI" panose="020B0502040204020203" pitchFamily="34" charset="0"/>
                <a:sym typeface="+mn-ea"/>
              </a:endParaRPr>
            </a:p>
          </p:txBody>
        </p:sp>
        <p:sp>
          <p:nvSpPr>
            <p:cNvPr id="37" name="矩形 36"/>
            <p:cNvSpPr/>
            <p:nvPr>
              <p:custDataLst>
                <p:tags r:id="rId2"/>
              </p:custDataLst>
            </p:nvPr>
          </p:nvSpPr>
          <p:spPr>
            <a:xfrm>
              <a:off x="9563" y="4087"/>
              <a:ext cx="2768" cy="132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E9A193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01</a:t>
              </a:r>
            </a:p>
          </p:txBody>
        </p:sp>
        <p:sp>
          <p:nvSpPr>
            <p:cNvPr id="38" name="矩形 37"/>
            <p:cNvSpPr/>
            <p:nvPr>
              <p:custDataLst>
                <p:tags r:id="rId3"/>
              </p:custDataLst>
            </p:nvPr>
          </p:nvSpPr>
          <p:spPr>
            <a:xfrm>
              <a:off x="9563" y="5656"/>
              <a:ext cx="2768" cy="132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E9A193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</a:t>
              </a:r>
            </a:p>
          </p:txBody>
        </p:sp>
        <p:sp>
          <p:nvSpPr>
            <p:cNvPr id="39" name="矩形 38"/>
            <p:cNvSpPr/>
            <p:nvPr>
              <p:custDataLst>
                <p:tags r:id="rId4"/>
              </p:custDataLst>
            </p:nvPr>
          </p:nvSpPr>
          <p:spPr>
            <a:xfrm>
              <a:off x="9624" y="7251"/>
              <a:ext cx="2768" cy="132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E9A193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</a:p>
          </p:txBody>
        </p:sp>
        <p:cxnSp>
          <p:nvCxnSpPr>
            <p:cNvPr id="90" name="直接连接符 89"/>
            <p:cNvCxnSpPr/>
            <p:nvPr>
              <p:custDataLst>
                <p:tags r:id="rId5"/>
              </p:custDataLst>
            </p:nvPr>
          </p:nvCxnSpPr>
          <p:spPr>
            <a:xfrm>
              <a:off x="17943" y="6603"/>
              <a:ext cx="0" cy="142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文本框 11"/>
            <p:cNvSpPr txBox="1"/>
            <p:nvPr>
              <p:custDataLst>
                <p:tags r:id="rId6"/>
              </p:custDataLst>
            </p:nvPr>
          </p:nvSpPr>
          <p:spPr>
            <a:xfrm>
              <a:off x="12438" y="4389"/>
              <a:ext cx="5528" cy="7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这不仅仅是一个模板，更是老法师日积月累的经验，还有我是占位符不是内容，我真的是占位符哦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~</a:t>
              </a:r>
            </a:p>
          </p:txBody>
        </p:sp>
        <p:sp>
          <p:nvSpPr>
            <p:cNvPr id="92" name="文本框 11"/>
            <p:cNvSpPr txBox="1"/>
            <p:nvPr>
              <p:custDataLst>
                <p:tags r:id="rId7"/>
              </p:custDataLst>
            </p:nvPr>
          </p:nvSpPr>
          <p:spPr>
            <a:xfrm>
              <a:off x="12438" y="5958"/>
              <a:ext cx="5528" cy="7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这不仅仅是一个模板，更是老法师日积月累的经验，还有我是占位符不是内容，我真的是占位符哦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~</a:t>
              </a:r>
            </a:p>
          </p:txBody>
        </p:sp>
        <p:sp>
          <p:nvSpPr>
            <p:cNvPr id="93" name="文本框 11"/>
            <p:cNvSpPr txBox="1"/>
            <p:nvPr>
              <p:custDataLst>
                <p:tags r:id="rId8"/>
              </p:custDataLst>
            </p:nvPr>
          </p:nvSpPr>
          <p:spPr>
            <a:xfrm>
              <a:off x="12438" y="7600"/>
              <a:ext cx="5528" cy="7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这不仅仅是一个模板，更是老法师日积月累的经验，还有我是占位符不是内容，我真的是占位符哦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~</a:t>
              </a:r>
            </a:p>
          </p:txBody>
        </p:sp>
        <p:cxnSp>
          <p:nvCxnSpPr>
            <p:cNvPr id="94" name="直接连接符 93"/>
            <p:cNvCxnSpPr/>
            <p:nvPr>
              <p:custDataLst>
                <p:tags r:id="rId9"/>
              </p:custDataLst>
            </p:nvPr>
          </p:nvCxnSpPr>
          <p:spPr>
            <a:xfrm>
              <a:off x="9769" y="5568"/>
              <a:ext cx="817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>
              <p:custDataLst>
                <p:tags r:id="rId10"/>
              </p:custDataLst>
            </p:nvPr>
          </p:nvCxnSpPr>
          <p:spPr>
            <a:xfrm>
              <a:off x="9769" y="7201"/>
              <a:ext cx="8174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A266BC18-94BC-D33C-208A-31BF04909CF6}"/>
              </a:ext>
            </a:extLst>
          </p:cNvPr>
          <p:cNvSpPr/>
          <p:nvPr/>
        </p:nvSpPr>
        <p:spPr>
          <a:xfrm>
            <a:off x="1316406" y="1415479"/>
            <a:ext cx="4624602" cy="965199"/>
          </a:xfrm>
          <a:prstGeom prst="rect">
            <a:avLst/>
          </a:prstGeom>
          <a:solidFill>
            <a:srgbClr val="FDE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E2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9846446" y="77235"/>
            <a:ext cx="2959589" cy="647211"/>
            <a:chOff x="9874741" y="197803"/>
            <a:chExt cx="2959589" cy="647211"/>
          </a:xfrm>
        </p:grpSpPr>
        <p:sp>
          <p:nvSpPr>
            <p:cNvPr id="9" name="文本框 8"/>
            <p:cNvSpPr txBox="1"/>
            <p:nvPr/>
          </p:nvSpPr>
          <p:spPr>
            <a:xfrm rot="21551223">
              <a:off x="9874741" y="198683"/>
              <a:ext cx="28608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600" spc="-150" dirty="0">
                  <a:ln w="63500">
                    <a:solidFill>
                      <a:schemeClr val="bg1"/>
                    </a:solidFill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blurRad="50800" dist="38100" dir="5400000" algn="t" rotWithShape="0">
                      <a:srgbClr val="FFC000">
                        <a:alpha val="40000"/>
                      </a:srgbClr>
                    </a:outerShdw>
                  </a:effectLst>
                  <a:latin typeface="華康溜溜體 Std W7" panose="04000700000000000000" pitchFamily="82" charset="-120"/>
                  <a:ea typeface="華康溜溜體 Std W7" panose="04000700000000000000" pitchFamily="82" charset="-120"/>
                </a:rPr>
                <a:t>CHIIKAWA</a:t>
              </a:r>
            </a:p>
          </p:txBody>
        </p:sp>
        <p:sp>
          <p:nvSpPr>
            <p:cNvPr id="10" name="文本框 20"/>
            <p:cNvSpPr txBox="1"/>
            <p:nvPr/>
          </p:nvSpPr>
          <p:spPr>
            <a:xfrm rot="21551223">
              <a:off x="9875807" y="197803"/>
              <a:ext cx="29585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600" spc="-150" dirty="0">
                  <a:solidFill>
                    <a:srgbClr val="3D2D1F"/>
                  </a:solidFill>
                  <a:latin typeface="華康溜溜體 Std W7" panose="04000700000000000000" pitchFamily="82" charset="-120"/>
                  <a:ea typeface="華康溜溜體 Std W7" panose="04000700000000000000" pitchFamily="82" charset="-120"/>
                </a:rPr>
                <a:t>CHIIKAWA</a:t>
              </a:r>
              <a:endParaRPr lang="zh-CN" altLang="en-US" sz="3200" spc="-150" dirty="0">
                <a:solidFill>
                  <a:srgbClr val="3D2D1F"/>
                </a:solidFill>
                <a:latin typeface="華康溜溜體 Std W7" panose="04000700000000000000" pitchFamily="82" charset="-120"/>
                <a:ea typeface="華康溜溜體 Std W7" panose="04000700000000000000" pitchFamily="82" charset="-120"/>
              </a:endParaRPr>
            </a:p>
          </p:txBody>
        </p:sp>
      </p:grpSp>
      <p:pic>
        <p:nvPicPr>
          <p:cNvPr id="5" name="图片 4" descr="卡通人物&#10;&#10;中度可信度描述已自动生成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-227164"/>
            <a:ext cx="5867400" cy="7085163"/>
          </a:xfrm>
          <a:prstGeom prst="rect">
            <a:avLst/>
          </a:prstGeom>
        </p:spPr>
      </p:pic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5868035" y="823595"/>
            <a:ext cx="6019165" cy="5370830"/>
            <a:chOff x="9241" y="1297"/>
            <a:chExt cx="9479" cy="8458"/>
          </a:xfrm>
        </p:grpSpPr>
        <p:sp>
          <p:nvSpPr>
            <p:cNvPr id="28" name="矩形: 圆角 27"/>
            <p:cNvSpPr/>
            <p:nvPr/>
          </p:nvSpPr>
          <p:spPr>
            <a:xfrm>
              <a:off x="9255" y="1624"/>
              <a:ext cx="9465" cy="8131"/>
            </a:xfrm>
            <a:prstGeom prst="roundRect">
              <a:avLst>
                <a:gd name="adj" fmla="val 5863"/>
              </a:avLst>
            </a:prstGeom>
            <a:solidFill>
              <a:schemeClr val="bg1"/>
            </a:solidFill>
            <a:ln w="28575">
              <a:solidFill>
                <a:schemeClr val="tx1">
                  <a:lumMod val="75000"/>
                  <a:lumOff val="25000"/>
                </a:schemeClr>
              </a:solidFill>
            </a:ln>
            <a:effectLst>
              <a:outerShdw blurRad="50800" dist="38100" dir="5400000" algn="t" rotWithShape="0">
                <a:schemeClr val="bg1">
                  <a:lumMod val="8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3" name="矩形: 圆顶角 32"/>
            <p:cNvSpPr/>
            <p:nvPr/>
          </p:nvSpPr>
          <p:spPr>
            <a:xfrm rot="5400000">
              <a:off x="11286" y="-749"/>
              <a:ext cx="1020" cy="51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9A193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10"/>
            <p:cNvSpPr txBox="1"/>
            <p:nvPr/>
          </p:nvSpPr>
          <p:spPr>
            <a:xfrm>
              <a:off x="9373" y="1353"/>
              <a:ext cx="4472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3200" b="1" dirty="0">
                  <a:solidFill>
                    <a:schemeClr val="bg1"/>
                  </a:solidFill>
                  <a:latin typeface="华文新魏" panose="02010800040101010101" charset="-122"/>
                  <a:ea typeface="华文新魏" panose="02010800040101010101" charset="-122"/>
                  <a:cs typeface="Nirmala UI" panose="020B0502040204020203" pitchFamily="34" charset="0"/>
                  <a:sym typeface="+mn-ea"/>
                </a:rPr>
                <a:t>欢迎加入！！！</a:t>
              </a:r>
            </a:p>
          </p:txBody>
        </p:sp>
        <p:sp>
          <p:nvSpPr>
            <p:cNvPr id="37" name="矩形 36"/>
            <p:cNvSpPr/>
            <p:nvPr>
              <p:custDataLst>
                <p:tags r:id="rId2"/>
              </p:custDataLst>
            </p:nvPr>
          </p:nvSpPr>
          <p:spPr>
            <a:xfrm>
              <a:off x="9563" y="4087"/>
              <a:ext cx="2768" cy="132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E9A19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" name="矩形 37"/>
            <p:cNvSpPr/>
            <p:nvPr>
              <p:custDataLst>
                <p:tags r:id="rId3"/>
              </p:custDataLst>
            </p:nvPr>
          </p:nvSpPr>
          <p:spPr>
            <a:xfrm>
              <a:off x="9563" y="5656"/>
              <a:ext cx="2768" cy="132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E9A19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9" name="矩形 38"/>
            <p:cNvSpPr/>
            <p:nvPr>
              <p:custDataLst>
                <p:tags r:id="rId4"/>
              </p:custDataLst>
            </p:nvPr>
          </p:nvSpPr>
          <p:spPr>
            <a:xfrm>
              <a:off x="9624" y="7251"/>
              <a:ext cx="2768" cy="132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E9A19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90" name="直接连接符 89"/>
            <p:cNvCxnSpPr/>
            <p:nvPr>
              <p:custDataLst>
                <p:tags r:id="rId5"/>
              </p:custDataLst>
            </p:nvPr>
          </p:nvCxnSpPr>
          <p:spPr>
            <a:xfrm>
              <a:off x="17943" y="6603"/>
              <a:ext cx="0" cy="142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8" name="图片 97" descr="卡通人物&#10;&#10;描述已自动生成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7868" y="5318708"/>
            <a:ext cx="1817986" cy="153300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" name="矩形 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DE29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 descr="卡通人物&#10;&#10;描述已自动生成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0396" b="1429"/>
            <a:stretch>
              <a:fillRect/>
            </a:stretch>
          </p:blipFill>
          <p:spPr>
            <a:xfrm>
              <a:off x="7073776" y="2867890"/>
              <a:ext cx="4958901" cy="3990110"/>
            </a:xfrm>
            <a:prstGeom prst="rect">
              <a:avLst/>
            </a:prstGeom>
          </p:spPr>
        </p:pic>
      </p:grpSp>
      <p:sp>
        <p:nvSpPr>
          <p:cNvPr id="4" name="@稿定PPT实验室 出品-13-2"/>
          <p:cNvSpPr txBox="1"/>
          <p:nvPr/>
        </p:nvSpPr>
        <p:spPr>
          <a:xfrm>
            <a:off x="2014229" y="400400"/>
            <a:ext cx="8163541" cy="365569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buSzPct val="25000"/>
              <a:defRPr sz="9600" b="1">
                <a:gradFill>
                  <a:gsLst>
                    <a:gs pos="80000">
                      <a:schemeClr val="accent1">
                        <a:lumMod val="50000"/>
                        <a:alpha val="0"/>
                      </a:schemeClr>
                    </a:gs>
                    <a:gs pos="18000">
                      <a:schemeClr val="accent1">
                        <a:lumMod val="50000"/>
                      </a:schemeClr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lang="zh-CN" altLang="en-US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华文行楷" panose="02010800040101010101" charset="-122"/>
                <a:ea typeface="华文行楷" panose="02010800040101010101" charset="-122"/>
              </a:rPr>
              <a:t>青年发展中心</a:t>
            </a:r>
            <a:endParaRPr lang="en-US" altLang="zh-CN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华文行楷" panose="02010800040101010101" charset="-122"/>
              <a:ea typeface="华文行楷" panose="02010800040101010101" charset="-122"/>
            </a:endParaRPr>
          </a:p>
          <a:p>
            <a:pPr marR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lang="zh-CN" altLang="en-US" b="0" dirty="0">
                <a:solidFill>
                  <a:srgbClr val="3D2D1F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实践部</a:t>
            </a:r>
            <a:endParaRPr lang="en-US" altLang="zh-CN" b="0" dirty="0">
              <a:solidFill>
                <a:srgbClr val="3D2D1F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1" name="@稿定PPT实验室 出品-13-2"/>
          <p:cNvSpPr txBox="1"/>
          <p:nvPr/>
        </p:nvSpPr>
        <p:spPr>
          <a:xfrm>
            <a:off x="3557360" y="4132201"/>
            <a:ext cx="5077278" cy="83209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 anchorCtr="0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buSzPct val="25000"/>
              <a:defRPr sz="9600" b="1">
                <a:gradFill>
                  <a:gsLst>
                    <a:gs pos="80000">
                      <a:schemeClr val="accent1">
                        <a:lumMod val="50000"/>
                        <a:alpha val="0"/>
                      </a:schemeClr>
                    </a:gs>
                    <a:gs pos="18000">
                      <a:schemeClr val="accent1">
                        <a:lumMod val="50000"/>
                      </a:schemeClr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marR="0" lvl="0" indent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lang="en-US" altLang="zh-CN" sz="3200" dirty="0">
                <a:solidFill>
                  <a:srgbClr val="3D2D1F"/>
                </a:solidFill>
                <a:latin typeface="+mn-ea"/>
              </a:rPr>
              <a:t>Thank you for listening</a:t>
            </a:r>
          </a:p>
        </p:txBody>
      </p:sp>
      <p:pic>
        <p:nvPicPr>
          <p:cNvPr id="7" name="图片 6" descr="卡通人物&#10;&#10;中度可信度">
            <a:extLst>
              <a:ext uri="{FF2B5EF4-FFF2-40B4-BE49-F238E27FC236}">
                <a16:creationId xmlns:a16="http://schemas.microsoft.com/office/drawing/2014/main" id="{1A311D9F-4663-5CC1-ABC9-6D94BDBD520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2737262"/>
            <a:ext cx="3412485" cy="4120737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44E901B6-2AE7-9C95-E856-70A50274027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9567805">
            <a:off x="535243" y="283184"/>
            <a:ext cx="1463082" cy="1467451"/>
          </a:xfrm>
          <a:prstGeom prst="rect">
            <a:avLst/>
          </a:prstGeom>
        </p:spPr>
      </p:pic>
      <p:pic>
        <p:nvPicPr>
          <p:cNvPr id="9" name="Picture 10">
            <a:extLst>
              <a:ext uri="{FF2B5EF4-FFF2-40B4-BE49-F238E27FC236}">
                <a16:creationId xmlns:a16="http://schemas.microsoft.com/office/drawing/2014/main" id="{EFC3B28F-F136-2332-2176-643A69B3F52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20000" flipH="1">
            <a:off x="10164348" y="396913"/>
            <a:ext cx="1619611" cy="16301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M5YjNlZDlkNjAwZjlhZmVmNGZiNTg0OTNhOTRkN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5.4729133858268,&quot;left&quot;:39.36125984251969,&quot;top&quot;:223.32976377952755,&quot;width&quot;:884.486850393700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5.4729133858268,&quot;left&quot;:39.36125984251969,&quot;top&quot;:223.32976377952755,&quot;width&quot;:884.486850393700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5.4729133858268,&quot;left&quot;:39.36125984251969,&quot;top&quot;:223.32976377952755,&quot;width&quot;:884.486850393700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5.4729133858268,&quot;left&quot;:39.36125984251969,&quot;top&quot;:223.32976377952755,&quot;width&quot;:884.486850393700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5.4729133858268,&quot;left&quot;:39.36125984251969,&quot;top&quot;:223.32976377952755,&quot;width&quot;:884.486850393700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5.4729133858268,&quot;left&quot;:39.36125984251969,&quot;top&quot;:223.32976377952755,&quot;width&quot;:884.486850393700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5.4729133858268,&quot;left&quot;:39.36125984251969,&quot;top&quot;:223.32976377952755,&quot;width&quot;:884.486850393700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5.4729133858268,&quot;left&quot;:39.36125984251969,&quot;top&quot;:223.32976377952755,&quot;width&quot;:884.486850393700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5.4729133858268,&quot;left&quot;:39.36125984251969,&quot;top&quot;:223.32976377952755,&quot;width&quot;:884.486850393700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5.4729133858268,&quot;left&quot;:39.36125984251969,&quot;top&quot;:223.32976377952755,&quot;width&quot;:884.486850393700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5.4729133858268,&quot;left&quot;:39.36125984251969,&quot;top&quot;:223.32976377952755,&quot;width&quot;:884.486850393700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5.4729133858268,&quot;left&quot;:39.36125984251969,&quot;top&quot;:223.32976377952755,&quot;width&quot;:884.486850393700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5.4729133858268,&quot;left&quot;:39.36125984251969,&quot;top&quot;:223.32976377952755,&quot;width&quot;:884.486850393700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5193700787402,&quot;left&quot;:67.28464566929134,&quot;top&quot;:139.77425196850393,&quot;width&quot;:464.29818897637796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5193700787402,&quot;left&quot;:67.28464566929134,&quot;top&quot;:139.77425196850393,&quot;width&quot;:464.2981889763779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5193700787402,&quot;left&quot;:67.28464566929134,&quot;top&quot;:139.77425196850393,&quot;width&quot;:464.29818897637796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5193700787402,&quot;left&quot;:67.28464566929134,&quot;top&quot;:139.77425196850393,&quot;width&quot;:464.29818897637796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9,&quot;left&quot;:48.4,&quot;top&quot;:51.25,&quot;width&quot;:473.9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9,&quot;left&quot;:48.4,&quot;top&quot;:51.25,&quot;width&quot;:473.9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9,&quot;left&quot;:48.4,&quot;top&quot;:51.25,&quot;width&quot;:473.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9,&quot;left&quot;:48.4,&quot;top&quot;:51.25,&quot;width&quot;:473.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9,&quot;left&quot;:48.4,&quot;top&quot;:51.25,&quot;width&quot;:473.9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9,&quot;left&quot;:48.4,&quot;top&quot;:51.25,&quot;width&quot;:473.9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9,&quot;left&quot;:48.4,&quot;top&quot;:51.25,&quot;width&quot;:473.9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9,&quot;left&quot;:48.4,&quot;top&quot;:51.25,&quot;width&quot;:473.9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9,&quot;left&quot;:48.4,&quot;top&quot;:51.25,&quot;width&quot;:473.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9,&quot;left&quot;:48.4,&quot;top&quot;:51.25,&quot;width&quot;:473.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9,&quot;left&quot;:462.05,&quot;top&quot;:64.85,&quot;width&quot;:473.9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9,&quot;left&quot;:462.05,&quot;top&quot;:64.85,&quot;width&quot;:473.9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9,&quot;left&quot;:462.05,&quot;top&quot;:64.85,&quot;width&quot;:473.9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9,&quot;left&quot;:462.05,&quot;top&quot;:64.85,&quot;width&quot;:473.9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9,&quot;left&quot;:462.05,&quot;top&quot;:64.85,&quot;width&quot;:473.9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481</TotalTime>
  <Words>348</Words>
  <Application>Microsoft Office PowerPoint</Application>
  <PresentationFormat>宽屏</PresentationFormat>
  <Paragraphs>94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Aptos Black</vt:lpstr>
      <vt:lpstr>华文行楷</vt:lpstr>
      <vt:lpstr>Calibri</vt:lpstr>
      <vt:lpstr>华康海报体W12(P)</vt:lpstr>
      <vt:lpstr>Nirmala UI</vt:lpstr>
      <vt:lpstr>華康溜溜體 Std W7</vt:lpstr>
      <vt:lpstr>微软雅黑</vt:lpstr>
      <vt:lpstr>方正舒体</vt:lpstr>
      <vt:lpstr>宋体</vt:lpstr>
      <vt:lpstr>华文新魏</vt:lpstr>
      <vt:lpstr>Algerian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吉林 陈</cp:lastModifiedBy>
  <cp:revision>13</cp:revision>
  <dcterms:created xsi:type="dcterms:W3CDTF">2026-07-21T15:35:00Z</dcterms:created>
  <dcterms:modified xsi:type="dcterms:W3CDTF">2026-07-23T14:49:08Z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02078D86BD3A42759CB830203F9A9581_13</vt:lpwstr>
  </property>
  <property fmtid="{D5CDD505-2E9C-101B-9397-08002B2CF9AE}" pid="3" name="KSOProductBuildVer">
    <vt:lpwstr>2052-12.1.0.26381</vt:lpwstr>
  </property>
</Properties>
</file>